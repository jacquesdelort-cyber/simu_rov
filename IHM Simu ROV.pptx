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FAC9F-F4BD-440F-A512-F72112052058}" v="80" dt="2026-01-07T23:09:09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45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7E1C5C86-B4BD-43D0-B1C7-FDA1768F286B}"/>
    <pc:docChg chg="undo custSel addSld delSld modSld">
      <pc:chgData name="Jacques Delort" userId="338bbbaa6367577a" providerId="LiveId" clId="{7E1C5C86-B4BD-43D0-B1C7-FDA1768F286B}" dt="2026-01-07T23:09:14.148" v="1975" actId="1076"/>
      <pc:docMkLst>
        <pc:docMk/>
      </pc:docMkLst>
      <pc:sldChg chg="delSp new del mod">
        <pc:chgData name="Jacques Delort" userId="338bbbaa6367577a" providerId="LiveId" clId="{7E1C5C86-B4BD-43D0-B1C7-FDA1768F286B}" dt="2026-01-06T20:46:03.017" v="11" actId="47"/>
        <pc:sldMkLst>
          <pc:docMk/>
          <pc:sldMk cId="1021139763" sldId="256"/>
        </pc:sldMkLst>
        <pc:spChg chg="del">
          <ac:chgData name="Jacques Delort" userId="338bbbaa6367577a" providerId="LiveId" clId="{7E1C5C86-B4BD-43D0-B1C7-FDA1768F286B}" dt="2026-01-06T20:45:41.093" v="1" actId="478"/>
          <ac:spMkLst>
            <pc:docMk/>
            <pc:sldMk cId="1021139763" sldId="256"/>
            <ac:spMk id="2" creationId="{BF21730F-D490-2572-3184-C48153B2E2F7}"/>
          </ac:spMkLst>
        </pc:spChg>
        <pc:spChg chg="del">
          <ac:chgData name="Jacques Delort" userId="338bbbaa6367577a" providerId="LiveId" clId="{7E1C5C86-B4BD-43D0-B1C7-FDA1768F286B}" dt="2026-01-06T20:45:41.093" v="1" actId="478"/>
          <ac:spMkLst>
            <pc:docMk/>
            <pc:sldMk cId="1021139763" sldId="256"/>
            <ac:spMk id="3" creationId="{FB9340EF-F130-32F6-4380-A2EE1237E441}"/>
          </ac:spMkLst>
        </pc:spChg>
      </pc:sldChg>
      <pc:sldChg chg="addSp delSp modSp new mod">
        <pc:chgData name="Jacques Delort" userId="338bbbaa6367577a" providerId="LiveId" clId="{7E1C5C86-B4BD-43D0-B1C7-FDA1768F286B}" dt="2026-01-06T22:17:52.036" v="1905" actId="1038"/>
        <pc:sldMkLst>
          <pc:docMk/>
          <pc:sldMk cId="2275099670" sldId="257"/>
        </pc:sldMkLst>
        <pc:spChg chg="del mod">
          <ac:chgData name="Jacques Delort" userId="338bbbaa6367577a" providerId="LiveId" clId="{7E1C5C86-B4BD-43D0-B1C7-FDA1768F286B}" dt="2026-01-06T22:17:11.350" v="1871" actId="478"/>
          <ac:spMkLst>
            <pc:docMk/>
            <pc:sldMk cId="2275099670" sldId="257"/>
            <ac:spMk id="2" creationId="{8F4B8C17-62B7-EF7E-EAC8-1DB1A010398C}"/>
          </ac:spMkLst>
        </pc:spChg>
        <pc:spChg chg="add del mod">
          <ac:chgData name="Jacques Delort" userId="338bbbaa6367577a" providerId="LiveId" clId="{7E1C5C86-B4BD-43D0-B1C7-FDA1768F286B}" dt="2026-01-06T22:15:30.356" v="1848" actId="478"/>
          <ac:spMkLst>
            <pc:docMk/>
            <pc:sldMk cId="2275099670" sldId="257"/>
            <ac:spMk id="3" creationId="{1C80C762-1D4A-6791-2C5F-01A94981E0A8}"/>
          </ac:spMkLst>
        </pc:spChg>
        <pc:spChg chg="del">
          <ac:chgData name="Jacques Delort" userId="338bbbaa6367577a" providerId="LiveId" clId="{7E1C5C86-B4BD-43D0-B1C7-FDA1768F286B}" dt="2026-01-06T20:45:52.090" v="3" actId="478"/>
          <ac:spMkLst>
            <pc:docMk/>
            <pc:sldMk cId="2275099670" sldId="257"/>
            <ac:spMk id="3" creationId="{EA1ED39B-A9EB-5003-0655-D8F93FC70451}"/>
          </ac:spMkLst>
        </pc:spChg>
        <pc:spChg chg="add mod">
          <ac:chgData name="Jacques Delort" userId="338bbbaa6367577a" providerId="LiveId" clId="{7E1C5C86-B4BD-43D0-B1C7-FDA1768F286B}" dt="2026-01-06T22:17:52.036" v="1905" actId="1038"/>
          <ac:spMkLst>
            <pc:docMk/>
            <pc:sldMk cId="2275099670" sldId="257"/>
            <ac:spMk id="4" creationId="{6A5DEFF1-78AA-A3BC-5AE7-FA4AF55DA7F2}"/>
          </ac:spMkLst>
        </pc:spChg>
        <pc:spChg chg="add del">
          <ac:chgData name="Jacques Delort" userId="338bbbaa6367577a" providerId="LiveId" clId="{7E1C5C86-B4BD-43D0-B1C7-FDA1768F286B}" dt="2026-01-06T20:46:45.098" v="13" actId="11529"/>
          <ac:spMkLst>
            <pc:docMk/>
            <pc:sldMk cId="2275099670" sldId="257"/>
            <ac:spMk id="4" creationId="{6F0F177E-C1D1-3D70-58F1-87C6A61A8296}"/>
          </ac:spMkLst>
        </pc:spChg>
        <pc:spChg chg="add del mod">
          <ac:chgData name="Jacques Delort" userId="338bbbaa6367577a" providerId="LiveId" clId="{7E1C5C86-B4BD-43D0-B1C7-FDA1768F286B}" dt="2026-01-06T22:15:32.272" v="1849" actId="478"/>
          <ac:spMkLst>
            <pc:docMk/>
            <pc:sldMk cId="2275099670" sldId="257"/>
            <ac:spMk id="5" creationId="{6F280394-ED06-09BE-9155-D754AF5CCEFF}"/>
          </ac:spMkLst>
        </pc:spChg>
        <pc:spChg chg="add del mod">
          <ac:chgData name="Jacques Delort" userId="338bbbaa6367577a" providerId="LiveId" clId="{7E1C5C86-B4BD-43D0-B1C7-FDA1768F286B}" dt="2026-01-06T22:15:53.646" v="1855" actId="478"/>
          <ac:spMkLst>
            <pc:docMk/>
            <pc:sldMk cId="2275099670" sldId="257"/>
            <ac:spMk id="6" creationId="{2B94FB9B-0404-4C90-3A8E-24819F5DCD83}"/>
          </ac:spMkLst>
        </pc:spChg>
        <pc:spChg chg="add mod">
          <ac:chgData name="Jacques Delort" userId="338bbbaa6367577a" providerId="LiveId" clId="{7E1C5C86-B4BD-43D0-B1C7-FDA1768F286B}" dt="2026-01-06T22:15:49.049" v="1853" actId="1076"/>
          <ac:spMkLst>
            <pc:docMk/>
            <pc:sldMk cId="2275099670" sldId="257"/>
            <ac:spMk id="7" creationId="{FFAEDB22-42A8-2461-0968-CEF05EA17A5E}"/>
          </ac:spMkLst>
        </pc:spChg>
        <pc:spChg chg="add mod">
          <ac:chgData name="Jacques Delort" userId="338bbbaa6367577a" providerId="LiveId" clId="{7E1C5C86-B4BD-43D0-B1C7-FDA1768F286B}" dt="2026-01-06T22:16:42.549" v="1860" actId="1076"/>
          <ac:spMkLst>
            <pc:docMk/>
            <pc:sldMk cId="2275099670" sldId="257"/>
            <ac:spMk id="8" creationId="{EF69C154-F164-1532-3438-A9A0BE8A4C6B}"/>
          </ac:spMkLst>
        </pc:spChg>
        <pc:spChg chg="add mod">
          <ac:chgData name="Jacques Delort" userId="338bbbaa6367577a" providerId="LiveId" clId="{7E1C5C86-B4BD-43D0-B1C7-FDA1768F286B}" dt="2026-01-06T22:16:56.178" v="1870" actId="20577"/>
          <ac:spMkLst>
            <pc:docMk/>
            <pc:sldMk cId="2275099670" sldId="257"/>
            <ac:spMk id="9" creationId="{6356A14E-3AFF-2C06-91CB-332EE1FFF222}"/>
          </ac:spMkLst>
        </pc:spChg>
      </pc:sldChg>
      <pc:sldChg chg="addSp delSp modSp new mod">
        <pc:chgData name="Jacques Delort" userId="338bbbaa6367577a" providerId="LiveId" clId="{7E1C5C86-B4BD-43D0-B1C7-FDA1768F286B}" dt="2026-01-06T22:18:40.047" v="1927" actId="1076"/>
        <pc:sldMkLst>
          <pc:docMk/>
          <pc:sldMk cId="4124213541" sldId="258"/>
        </pc:sldMkLst>
        <pc:spChg chg="del mod">
          <ac:chgData name="Jacques Delort" userId="338bbbaa6367577a" providerId="LiveId" clId="{7E1C5C86-B4BD-43D0-B1C7-FDA1768F286B}" dt="2026-01-06T20:48:34.038" v="29" actId="478"/>
          <ac:spMkLst>
            <pc:docMk/>
            <pc:sldMk cId="4124213541" sldId="258"/>
            <ac:spMk id="2" creationId="{4D8954E2-E36A-BE4A-815A-A160E4401D6A}"/>
          </ac:spMkLst>
        </pc:spChg>
        <pc:spChg chg="add mod">
          <ac:chgData name="Jacques Delort" userId="338bbbaa6367577a" providerId="LiveId" clId="{7E1C5C86-B4BD-43D0-B1C7-FDA1768F286B}" dt="2026-01-06T22:18:36.107" v="1926" actId="1076"/>
          <ac:spMkLst>
            <pc:docMk/>
            <pc:sldMk cId="4124213541" sldId="258"/>
            <ac:spMk id="2" creationId="{CFC65BD2-4525-AAB8-88EC-DC1F0EA39882}"/>
          </ac:spMkLst>
        </pc:spChg>
        <pc:spChg chg="del">
          <ac:chgData name="Jacques Delort" userId="338bbbaa6367577a" providerId="LiveId" clId="{7E1C5C86-B4BD-43D0-B1C7-FDA1768F286B}" dt="2026-01-06T20:48:34.038" v="29" actId="478"/>
          <ac:spMkLst>
            <pc:docMk/>
            <pc:sldMk cId="4124213541" sldId="258"/>
            <ac:spMk id="3" creationId="{129D247D-2E56-E7AF-0755-96A6BE37DF08}"/>
          </ac:spMkLst>
        </pc:spChg>
        <pc:spChg chg="add mod ord topLvl">
          <ac:chgData name="Jacques Delort" userId="338bbbaa6367577a" providerId="LiveId" clId="{7E1C5C86-B4BD-43D0-B1C7-FDA1768F286B}" dt="2026-01-06T21:59:51.177" v="1730" actId="14100"/>
          <ac:spMkLst>
            <pc:docMk/>
            <pc:sldMk cId="4124213541" sldId="258"/>
            <ac:spMk id="4" creationId="{4D88A521-9BA6-A08C-24A5-6FA77FCA3F40}"/>
          </ac:spMkLst>
        </pc:spChg>
        <pc:spChg chg="add mod">
          <ac:chgData name="Jacques Delort" userId="338bbbaa6367577a" providerId="LiveId" clId="{7E1C5C86-B4BD-43D0-B1C7-FDA1768F286B}" dt="2026-01-06T21:55:56.987" v="1538" actId="1076"/>
          <ac:spMkLst>
            <pc:docMk/>
            <pc:sldMk cId="4124213541" sldId="258"/>
            <ac:spMk id="11" creationId="{79E3CFAA-5940-5B86-19EC-1A5687EFC5F0}"/>
          </ac:spMkLst>
        </pc:spChg>
        <pc:spChg chg="add mod">
          <ac:chgData name="Jacques Delort" userId="338bbbaa6367577a" providerId="LiveId" clId="{7E1C5C86-B4BD-43D0-B1C7-FDA1768F286B}" dt="2026-01-06T21:34:51.199" v="1126" actId="404"/>
          <ac:spMkLst>
            <pc:docMk/>
            <pc:sldMk cId="4124213541" sldId="258"/>
            <ac:spMk id="12" creationId="{7CF4963D-3087-D683-EB20-141FBBCE52CB}"/>
          </ac:spMkLst>
        </pc:spChg>
        <pc:spChg chg="add mod">
          <ac:chgData name="Jacques Delort" userId="338bbbaa6367577a" providerId="LiveId" clId="{7E1C5C86-B4BD-43D0-B1C7-FDA1768F286B}" dt="2026-01-06T21:55:35.635" v="1508" actId="1037"/>
          <ac:spMkLst>
            <pc:docMk/>
            <pc:sldMk cId="4124213541" sldId="258"/>
            <ac:spMk id="13" creationId="{B055FCF2-3459-870A-82C5-CBB49996AB81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14" creationId="{6F67B518-BC73-B000-575D-B30BA5708CDC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15" creationId="{5E2E1397-C9F2-E4CB-EE6E-5BB885DABA47}"/>
          </ac:spMkLst>
        </pc:spChg>
        <pc:spChg chg="add mod">
          <ac:chgData name="Jacques Delort" userId="338bbbaa6367577a" providerId="LiveId" clId="{7E1C5C86-B4BD-43D0-B1C7-FDA1768F286B}" dt="2026-01-06T21:55:35.635" v="1508" actId="1037"/>
          <ac:spMkLst>
            <pc:docMk/>
            <pc:sldMk cId="4124213541" sldId="258"/>
            <ac:spMk id="16" creationId="{F0A0DE79-D357-01E2-F81D-21CF5C2B4275}"/>
          </ac:spMkLst>
        </pc:spChg>
        <pc:spChg chg="add mod">
          <ac:chgData name="Jacques Delort" userId="338bbbaa6367577a" providerId="LiveId" clId="{7E1C5C86-B4BD-43D0-B1C7-FDA1768F286B}" dt="2026-01-06T21:55:35.635" v="1508" actId="1037"/>
          <ac:spMkLst>
            <pc:docMk/>
            <pc:sldMk cId="4124213541" sldId="258"/>
            <ac:spMk id="17" creationId="{CAA4A377-8104-87A4-E851-362115CDF379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18" creationId="{21ED9D3D-F68F-BB02-2741-A5136FF79E7B}"/>
          </ac:spMkLst>
        </pc:spChg>
        <pc:spChg chg="add mod">
          <ac:chgData name="Jacques Delort" userId="338bbbaa6367577a" providerId="LiveId" clId="{7E1C5C86-B4BD-43D0-B1C7-FDA1768F286B}" dt="2026-01-06T21:55:35.635" v="1508" actId="1037"/>
          <ac:spMkLst>
            <pc:docMk/>
            <pc:sldMk cId="4124213541" sldId="258"/>
            <ac:spMk id="19" creationId="{FC713F09-F194-739D-F58A-F66AEBCACB48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20" creationId="{C8A213BA-93EE-2624-7B4C-D261FCC5FFFF}"/>
          </ac:spMkLst>
        </pc:spChg>
        <pc:spChg chg="add mod">
          <ac:chgData name="Jacques Delort" userId="338bbbaa6367577a" providerId="LiveId" clId="{7E1C5C86-B4BD-43D0-B1C7-FDA1768F286B}" dt="2026-01-06T22:18:40.047" v="1927" actId="1076"/>
          <ac:spMkLst>
            <pc:docMk/>
            <pc:sldMk cId="4124213541" sldId="258"/>
            <ac:spMk id="21" creationId="{3DDB57E6-A437-4812-3760-3B1FD180B920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22" creationId="{3D0F9EDB-17E3-FF13-A24C-E90085963AEC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23" creationId="{7AA04FDC-FE91-A582-14D6-D4F89C1C9CC1}"/>
          </ac:spMkLst>
        </pc:spChg>
        <pc:spChg chg="add del mod">
          <ac:chgData name="Jacques Delort" userId="338bbbaa6367577a" providerId="LiveId" clId="{7E1C5C86-B4BD-43D0-B1C7-FDA1768F286B}" dt="2026-01-06T21:43:52.262" v="1394" actId="1076"/>
          <ac:spMkLst>
            <pc:docMk/>
            <pc:sldMk cId="4124213541" sldId="258"/>
            <ac:spMk id="24" creationId="{9DC9309B-65E4-68D8-5C87-FC26DCEE4B2E}"/>
          </ac:spMkLst>
        </pc:spChg>
        <pc:spChg chg="add del mod">
          <ac:chgData name="Jacques Delort" userId="338bbbaa6367577a" providerId="LiveId" clId="{7E1C5C86-B4BD-43D0-B1C7-FDA1768F286B}" dt="2026-01-06T21:14:46.462" v="429" actId="478"/>
          <ac:spMkLst>
            <pc:docMk/>
            <pc:sldMk cId="4124213541" sldId="258"/>
            <ac:spMk id="25" creationId="{C5BA144F-9E7C-D653-430D-541310031CC4}"/>
          </ac:spMkLst>
        </pc:spChg>
        <pc:spChg chg="add del mod">
          <ac:chgData name="Jacques Delort" userId="338bbbaa6367577a" providerId="LiveId" clId="{7E1C5C86-B4BD-43D0-B1C7-FDA1768F286B}" dt="2026-01-06T21:03:05.895" v="316" actId="478"/>
          <ac:spMkLst>
            <pc:docMk/>
            <pc:sldMk cId="4124213541" sldId="258"/>
            <ac:spMk id="26" creationId="{93134DF4-4A03-7A5C-309F-5FA5939E8601}"/>
          </ac:spMkLst>
        </pc:spChg>
        <pc:spChg chg="add del mod">
          <ac:chgData name="Jacques Delort" userId="338bbbaa6367577a" providerId="LiveId" clId="{7E1C5C86-B4BD-43D0-B1C7-FDA1768F286B}" dt="2026-01-06T21:14:46.462" v="429" actId="478"/>
          <ac:spMkLst>
            <pc:docMk/>
            <pc:sldMk cId="4124213541" sldId="258"/>
            <ac:spMk id="27" creationId="{7FA125F1-7602-5A89-1C43-3CD9E364C1AE}"/>
          </ac:spMkLst>
        </pc:spChg>
        <pc:spChg chg="add del mod">
          <ac:chgData name="Jacques Delort" userId="338bbbaa6367577a" providerId="LiveId" clId="{7E1C5C86-B4BD-43D0-B1C7-FDA1768F286B}" dt="2026-01-06T21:14:46.462" v="429" actId="478"/>
          <ac:spMkLst>
            <pc:docMk/>
            <pc:sldMk cId="4124213541" sldId="258"/>
            <ac:spMk id="28" creationId="{E430C2E6-6086-0FA4-0F55-40F38E22EB9C}"/>
          </ac:spMkLst>
        </pc:spChg>
        <pc:spChg chg="add mod">
          <ac:chgData name="Jacques Delort" userId="338bbbaa6367577a" providerId="LiveId" clId="{7E1C5C86-B4BD-43D0-B1C7-FDA1768F286B}" dt="2026-01-06T21:31:56.254" v="1096" actId="1038"/>
          <ac:spMkLst>
            <pc:docMk/>
            <pc:sldMk cId="4124213541" sldId="258"/>
            <ac:spMk id="29" creationId="{D4AAAA75-CFC1-ED7E-06A1-051A20BE7262}"/>
          </ac:spMkLst>
        </pc:spChg>
        <pc:spChg chg="add del mod">
          <ac:chgData name="Jacques Delort" userId="338bbbaa6367577a" providerId="LiveId" clId="{7E1C5C86-B4BD-43D0-B1C7-FDA1768F286B}" dt="2026-01-06T21:15:58.704" v="481" actId="478"/>
          <ac:spMkLst>
            <pc:docMk/>
            <pc:sldMk cId="4124213541" sldId="258"/>
            <ac:spMk id="30" creationId="{272B885F-3E3F-AE13-0C9C-9127FB1B9C19}"/>
          </ac:spMkLst>
        </pc:spChg>
        <pc:spChg chg="add del mod">
          <ac:chgData name="Jacques Delort" userId="338bbbaa6367577a" providerId="LiveId" clId="{7E1C5C86-B4BD-43D0-B1C7-FDA1768F286B}" dt="2026-01-06T21:31:56.254" v="1096" actId="1038"/>
          <ac:spMkLst>
            <pc:docMk/>
            <pc:sldMk cId="4124213541" sldId="258"/>
            <ac:spMk id="32" creationId="{5F15B0FC-EA68-750F-819A-4772425D8E40}"/>
          </ac:spMkLst>
        </pc:spChg>
        <pc:spChg chg="add del mod">
          <ac:chgData name="Jacques Delort" userId="338bbbaa6367577a" providerId="LiveId" clId="{7E1C5C86-B4BD-43D0-B1C7-FDA1768F286B}" dt="2026-01-06T21:31:56.254" v="1096" actId="1038"/>
          <ac:spMkLst>
            <pc:docMk/>
            <pc:sldMk cId="4124213541" sldId="258"/>
            <ac:spMk id="34" creationId="{F61464B2-7D2B-7CBB-1A0C-B77F4E47AEAC}"/>
          </ac:spMkLst>
        </pc:spChg>
        <pc:spChg chg="add mod">
          <ac:chgData name="Jacques Delort" userId="338bbbaa6367577a" providerId="LiveId" clId="{7E1C5C86-B4BD-43D0-B1C7-FDA1768F286B}" dt="2026-01-06T21:31:56.254" v="1096" actId="1038"/>
          <ac:spMkLst>
            <pc:docMk/>
            <pc:sldMk cId="4124213541" sldId="258"/>
            <ac:spMk id="36" creationId="{9DD38769-0D35-7A10-AF54-6018219D6927}"/>
          </ac:spMkLst>
        </pc:spChg>
        <pc:spChg chg="add mod">
          <ac:chgData name="Jacques Delort" userId="338bbbaa6367577a" providerId="LiveId" clId="{7E1C5C86-B4BD-43D0-B1C7-FDA1768F286B}" dt="2026-01-06T21:31:56.254" v="1096" actId="1038"/>
          <ac:spMkLst>
            <pc:docMk/>
            <pc:sldMk cId="4124213541" sldId="258"/>
            <ac:spMk id="38" creationId="{28198701-8421-5FF3-9E3A-37AC5788062B}"/>
          </ac:spMkLst>
        </pc:spChg>
        <pc:spChg chg="add del ord">
          <ac:chgData name="Jacques Delort" userId="338bbbaa6367577a" providerId="LiveId" clId="{7E1C5C86-B4BD-43D0-B1C7-FDA1768F286B}" dt="2026-01-06T21:14:32.498" v="427" actId="11529"/>
          <ac:spMkLst>
            <pc:docMk/>
            <pc:sldMk cId="4124213541" sldId="258"/>
            <ac:spMk id="39" creationId="{DC417EE2-78D9-0696-F67E-D5289A6317CC}"/>
          </ac:spMkLst>
        </pc:spChg>
        <pc:spChg chg="add mod">
          <ac:chgData name="Jacques Delort" userId="338bbbaa6367577a" providerId="LiveId" clId="{7E1C5C86-B4BD-43D0-B1C7-FDA1768F286B}" dt="2026-01-06T21:31:56.254" v="1096" actId="1038"/>
          <ac:spMkLst>
            <pc:docMk/>
            <pc:sldMk cId="4124213541" sldId="258"/>
            <ac:spMk id="40" creationId="{04311858-DA24-6D28-14EF-0917D2E2FF72}"/>
          </ac:spMkLst>
        </pc:spChg>
        <pc:spChg chg="add del">
          <ac:chgData name="Jacques Delort" userId="338bbbaa6367577a" providerId="LiveId" clId="{7E1C5C86-B4BD-43D0-B1C7-FDA1768F286B}" dt="2026-01-06T21:21:01.412" v="661" actId="478"/>
          <ac:spMkLst>
            <pc:docMk/>
            <pc:sldMk cId="4124213541" sldId="258"/>
            <ac:spMk id="41" creationId="{9CE18D8C-5D44-4619-3AAA-4E769B5F8772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42" creationId="{F3EAF5AB-6FD1-98D1-0E0B-2C5997D380B5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43" creationId="{321BF486-DED7-4E14-816F-6BD1CC3F29FE}"/>
          </ac:spMkLst>
        </pc:spChg>
        <pc:spChg chg="add mod">
          <ac:chgData name="Jacques Delort" userId="338bbbaa6367577a" providerId="LiveId" clId="{7E1C5C86-B4BD-43D0-B1C7-FDA1768F286B}" dt="2026-01-06T21:24:53.659" v="945" actId="1037"/>
          <ac:spMkLst>
            <pc:docMk/>
            <pc:sldMk cId="4124213541" sldId="258"/>
            <ac:spMk id="44" creationId="{EEBA9ECA-D53A-D25F-5E76-2813D3A56B4D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45" creationId="{ABBF6280-F5D8-D919-4355-C9A2A88AF0DB}"/>
          </ac:spMkLst>
        </pc:spChg>
        <pc:spChg chg="add mod">
          <ac:chgData name="Jacques Delort" userId="338bbbaa6367577a" providerId="LiveId" clId="{7E1C5C86-B4BD-43D0-B1C7-FDA1768F286B}" dt="2026-01-06T21:24:53.659" v="945" actId="1037"/>
          <ac:spMkLst>
            <pc:docMk/>
            <pc:sldMk cId="4124213541" sldId="258"/>
            <ac:spMk id="46" creationId="{F5A59C82-764E-A927-4AB6-D218D821ED82}"/>
          </ac:spMkLst>
        </pc:spChg>
        <pc:spChg chg="add mod">
          <ac:chgData name="Jacques Delort" userId="338bbbaa6367577a" providerId="LiveId" clId="{7E1C5C86-B4BD-43D0-B1C7-FDA1768F286B}" dt="2026-01-06T21:24:53.659" v="945" actId="1037"/>
          <ac:spMkLst>
            <pc:docMk/>
            <pc:sldMk cId="4124213541" sldId="258"/>
            <ac:spMk id="47" creationId="{6D3B2B7F-E799-6C21-2E55-4D5C17279F76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48" creationId="{FA3509F2-755B-E249-32D5-2A741FE6B32F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49" creationId="{EFB5878E-59AC-CE70-04B1-0910DF6FB56E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50" creationId="{DCC56E09-9F64-E858-30A9-0C03BB7B3F96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51" creationId="{338FCFD4-EADB-41B2-20ED-C2C65F579163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52" creationId="{43F96CFF-6F05-5B4C-D968-368D7E111605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53" creationId="{0A4612FD-2965-8813-560B-0542F363DA53}"/>
          </ac:spMkLst>
        </pc:spChg>
        <pc:spChg chg="add mod">
          <ac:chgData name="Jacques Delort" userId="338bbbaa6367577a" providerId="LiveId" clId="{7E1C5C86-B4BD-43D0-B1C7-FDA1768F286B}" dt="2026-01-06T21:23:12.969" v="905" actId="1038"/>
          <ac:spMkLst>
            <pc:docMk/>
            <pc:sldMk cId="4124213541" sldId="258"/>
            <ac:spMk id="54" creationId="{23079BB5-1F2D-766D-98AF-82FB835264B4}"/>
          </ac:spMkLst>
        </pc:spChg>
        <pc:spChg chg="add mod">
          <ac:chgData name="Jacques Delort" userId="338bbbaa6367577a" providerId="LiveId" clId="{7E1C5C86-B4BD-43D0-B1C7-FDA1768F286B}" dt="2026-01-06T21:23:12.969" v="905" actId="1038"/>
          <ac:spMkLst>
            <pc:docMk/>
            <pc:sldMk cId="4124213541" sldId="258"/>
            <ac:spMk id="55" creationId="{5CACC1C6-9DD8-19CA-998B-AE176734E46B}"/>
          </ac:spMkLst>
        </pc:spChg>
        <pc:spChg chg="add mod">
          <ac:chgData name="Jacques Delort" userId="338bbbaa6367577a" providerId="LiveId" clId="{7E1C5C86-B4BD-43D0-B1C7-FDA1768F286B}" dt="2026-01-06T21:29:38.413" v="1020" actId="404"/>
          <ac:spMkLst>
            <pc:docMk/>
            <pc:sldMk cId="4124213541" sldId="258"/>
            <ac:spMk id="56" creationId="{F2CBBEC3-2C9F-13C5-E109-921E7F47D49A}"/>
          </ac:spMkLst>
        </pc:spChg>
        <pc:spChg chg="add mod ord">
          <ac:chgData name="Jacques Delort" userId="338bbbaa6367577a" providerId="LiveId" clId="{7E1C5C86-B4BD-43D0-B1C7-FDA1768F286B}" dt="2026-01-06T22:08:33.679" v="1836" actId="1076"/>
          <ac:spMkLst>
            <pc:docMk/>
            <pc:sldMk cId="4124213541" sldId="258"/>
            <ac:spMk id="59" creationId="{32F49B7B-8406-012D-385B-120EB0EC6D54}"/>
          </ac:spMkLst>
        </pc:spChg>
        <pc:spChg chg="add del mod ord">
          <ac:chgData name="Jacques Delort" userId="338bbbaa6367577a" providerId="LiveId" clId="{7E1C5C86-B4BD-43D0-B1C7-FDA1768F286B}" dt="2026-01-06T21:59:56.195" v="1732" actId="478"/>
          <ac:spMkLst>
            <pc:docMk/>
            <pc:sldMk cId="4124213541" sldId="258"/>
            <ac:spMk id="80" creationId="{5A4040C4-C04E-DD59-CB91-5D2C8C7BD8AE}"/>
          </ac:spMkLst>
        </pc:spChg>
        <pc:spChg chg="add mod">
          <ac:chgData name="Jacques Delort" userId="338bbbaa6367577a" providerId="LiveId" clId="{7E1C5C86-B4BD-43D0-B1C7-FDA1768F286B}" dt="2026-01-06T21:55:35.635" v="1508" actId="1037"/>
          <ac:spMkLst>
            <pc:docMk/>
            <pc:sldMk cId="4124213541" sldId="258"/>
            <ac:spMk id="90" creationId="{E16ED709-2977-0F68-2D9C-6C0B1014101E}"/>
          </ac:spMkLst>
        </pc:spChg>
        <pc:spChg chg="add mod">
          <ac:chgData name="Jacques Delort" userId="338bbbaa6367577a" providerId="LiveId" clId="{7E1C5C86-B4BD-43D0-B1C7-FDA1768F286B}" dt="2026-01-06T21:56:05.290" v="1549" actId="1037"/>
          <ac:spMkLst>
            <pc:docMk/>
            <pc:sldMk cId="4124213541" sldId="258"/>
            <ac:spMk id="91" creationId="{B9C7F957-F557-0F2B-71EF-0AC7EC9966A3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3" creationId="{DAFCA7C9-4C58-046B-ADA1-58B00C832237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4" creationId="{F235B67F-E1FA-0DDD-BBF8-89CC8A518F8B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5" creationId="{199870F8-D8F0-3D08-DD72-F756F94F4211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6" creationId="{63755E25-5F7F-7E73-A6EC-05DA72914486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7" creationId="{CF733B03-9683-A548-9A46-5A893A4B8F22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8" creationId="{41B0ACB7-F28D-126D-1101-C8D2F36D4826}"/>
          </ac:spMkLst>
        </pc:spChg>
        <pc:spChg chg="add mod">
          <ac:chgData name="Jacques Delort" userId="338bbbaa6367577a" providerId="LiveId" clId="{7E1C5C86-B4BD-43D0-B1C7-FDA1768F286B}" dt="2026-01-06T21:56:39.489" v="1572" actId="1038"/>
          <ac:spMkLst>
            <pc:docMk/>
            <pc:sldMk cId="4124213541" sldId="258"/>
            <ac:spMk id="99" creationId="{B3EE31BC-CCB5-74DC-0BA8-4B4C928BDE0C}"/>
          </ac:spMkLst>
        </pc:spChg>
        <pc:spChg chg="add mod ord">
          <ac:chgData name="Jacques Delort" userId="338bbbaa6367577a" providerId="LiveId" clId="{7E1C5C86-B4BD-43D0-B1C7-FDA1768F286B}" dt="2026-01-06T21:57:06.517" v="1577" actId="108"/>
          <ac:spMkLst>
            <pc:docMk/>
            <pc:sldMk cId="4124213541" sldId="258"/>
            <ac:spMk id="100" creationId="{5BDFDD53-0194-122F-A6EA-53990C84D72D}"/>
          </ac:spMkLst>
        </pc:spChg>
        <pc:spChg chg="add mod">
          <ac:chgData name="Jacques Delort" userId="338bbbaa6367577a" providerId="LiveId" clId="{7E1C5C86-B4BD-43D0-B1C7-FDA1768F286B}" dt="2026-01-06T21:47:42.108" v="1477" actId="1038"/>
          <ac:spMkLst>
            <pc:docMk/>
            <pc:sldMk cId="4124213541" sldId="258"/>
            <ac:spMk id="102" creationId="{B1EE94DB-A313-C8F9-FB06-18B9E08DDD30}"/>
          </ac:spMkLst>
        </pc:spChg>
        <pc:spChg chg="add mod">
          <ac:chgData name="Jacques Delort" userId="338bbbaa6367577a" providerId="LiveId" clId="{7E1C5C86-B4BD-43D0-B1C7-FDA1768F286B}" dt="2026-01-06T21:46:17.138" v="1431" actId="164"/>
          <ac:spMkLst>
            <pc:docMk/>
            <pc:sldMk cId="4124213541" sldId="258"/>
            <ac:spMk id="103" creationId="{436D00FF-4731-470A-F1C0-9095EEE39486}"/>
          </ac:spMkLst>
        </pc:spChg>
        <pc:spChg chg="add mod">
          <ac:chgData name="Jacques Delort" userId="338bbbaa6367577a" providerId="LiveId" clId="{7E1C5C86-B4BD-43D0-B1C7-FDA1768F286B}" dt="2026-01-06T21:46:17.138" v="1431" actId="164"/>
          <ac:spMkLst>
            <pc:docMk/>
            <pc:sldMk cId="4124213541" sldId="258"/>
            <ac:spMk id="104" creationId="{3B7D018A-3F95-DEEC-782D-4104E2268470}"/>
          </ac:spMkLst>
        </pc:spChg>
        <pc:spChg chg="add mod">
          <ac:chgData name="Jacques Delort" userId="338bbbaa6367577a" providerId="LiveId" clId="{7E1C5C86-B4BD-43D0-B1C7-FDA1768F286B}" dt="2026-01-06T21:46:17.138" v="1431" actId="164"/>
          <ac:spMkLst>
            <pc:docMk/>
            <pc:sldMk cId="4124213541" sldId="258"/>
            <ac:spMk id="105" creationId="{66543F79-89C3-0E34-7A8D-07108340F121}"/>
          </ac:spMkLst>
        </pc:spChg>
        <pc:spChg chg="add mod">
          <ac:chgData name="Jacques Delort" userId="338bbbaa6367577a" providerId="LiveId" clId="{7E1C5C86-B4BD-43D0-B1C7-FDA1768F286B}" dt="2026-01-06T22:18:14.940" v="1921" actId="1076"/>
          <ac:spMkLst>
            <pc:docMk/>
            <pc:sldMk cId="4124213541" sldId="258"/>
            <ac:spMk id="107" creationId="{801B4059-C732-7D52-C5FA-1EFD7A4E29AC}"/>
          </ac:spMkLst>
        </pc:spChg>
        <pc:spChg chg="add del mod ord">
          <ac:chgData name="Jacques Delort" userId="338bbbaa6367577a" providerId="LiveId" clId="{7E1C5C86-B4BD-43D0-B1C7-FDA1768F286B}" dt="2026-01-06T22:08:05.587" v="1830" actId="478"/>
          <ac:spMkLst>
            <pc:docMk/>
            <pc:sldMk cId="4124213541" sldId="258"/>
            <ac:spMk id="113" creationId="{2C8EFFBC-C033-B6C3-867B-32C402735DAF}"/>
          </ac:spMkLst>
        </pc:spChg>
        <pc:spChg chg="add mod ord">
          <ac:chgData name="Jacques Delort" userId="338bbbaa6367577a" providerId="LiveId" clId="{7E1C5C86-B4BD-43D0-B1C7-FDA1768F286B}" dt="2026-01-06T22:06:07.053" v="1821" actId="1076"/>
          <ac:spMkLst>
            <pc:docMk/>
            <pc:sldMk cId="4124213541" sldId="258"/>
            <ac:spMk id="116" creationId="{6B84F32F-05B6-4DEE-4402-5983AA858F33}"/>
          </ac:spMkLst>
        </pc:spChg>
        <pc:spChg chg="add mod">
          <ac:chgData name="Jacques Delort" userId="338bbbaa6367577a" providerId="LiveId" clId="{7E1C5C86-B4BD-43D0-B1C7-FDA1768F286B}" dt="2026-01-06T21:58:09.977" v="1622" actId="1035"/>
          <ac:spMkLst>
            <pc:docMk/>
            <pc:sldMk cId="4124213541" sldId="258"/>
            <ac:spMk id="119" creationId="{5B8DADDD-EC61-8D06-74DF-AB1AEF32BD10}"/>
          </ac:spMkLst>
        </pc:spChg>
        <pc:spChg chg="add mod">
          <ac:chgData name="Jacques Delort" userId="338bbbaa6367577a" providerId="LiveId" clId="{7E1C5C86-B4BD-43D0-B1C7-FDA1768F286B}" dt="2026-01-06T21:58:20.050" v="1724" actId="1038"/>
          <ac:spMkLst>
            <pc:docMk/>
            <pc:sldMk cId="4124213541" sldId="258"/>
            <ac:spMk id="120" creationId="{5CB062E3-1034-1236-CBCF-64555F276EC6}"/>
          </ac:spMkLst>
        </pc:spChg>
        <pc:spChg chg="add mod">
          <ac:chgData name="Jacques Delort" userId="338bbbaa6367577a" providerId="LiveId" clId="{7E1C5C86-B4BD-43D0-B1C7-FDA1768F286B}" dt="2026-01-06T22:01:59.152" v="1760" actId="208"/>
          <ac:spMkLst>
            <pc:docMk/>
            <pc:sldMk cId="4124213541" sldId="258"/>
            <ac:spMk id="121" creationId="{15F69C62-78C1-41A0-AC1A-1332DEF46B4F}"/>
          </ac:spMkLst>
        </pc:spChg>
        <pc:spChg chg="add mod">
          <ac:chgData name="Jacques Delort" userId="338bbbaa6367577a" providerId="LiveId" clId="{7E1C5C86-B4BD-43D0-B1C7-FDA1768F286B}" dt="2026-01-06T22:03:22.474" v="1793" actId="1076"/>
          <ac:spMkLst>
            <pc:docMk/>
            <pc:sldMk cId="4124213541" sldId="258"/>
            <ac:spMk id="122" creationId="{FD0CBA01-BDED-2705-2A42-07BC614260C8}"/>
          </ac:spMkLst>
        </pc:spChg>
        <pc:spChg chg="add mod">
          <ac:chgData name="Jacques Delort" userId="338bbbaa6367577a" providerId="LiveId" clId="{7E1C5C86-B4BD-43D0-B1C7-FDA1768F286B}" dt="2026-01-06T22:05:39.042" v="1796" actId="14100"/>
          <ac:spMkLst>
            <pc:docMk/>
            <pc:sldMk cId="4124213541" sldId="258"/>
            <ac:spMk id="123" creationId="{C61A26F6-453C-F36A-FFD8-0D18256AEAD6}"/>
          </ac:spMkLst>
        </pc:spChg>
        <pc:spChg chg="add mod">
          <ac:chgData name="Jacques Delort" userId="338bbbaa6367577a" providerId="LiveId" clId="{7E1C5C86-B4BD-43D0-B1C7-FDA1768F286B}" dt="2026-01-06T22:06:02.858" v="1819" actId="20577"/>
          <ac:spMkLst>
            <pc:docMk/>
            <pc:sldMk cId="4124213541" sldId="258"/>
            <ac:spMk id="124" creationId="{CE3C1C52-2D5D-4CC4-FD6D-7C8D5149E1CB}"/>
          </ac:spMkLst>
        </pc:spChg>
        <pc:spChg chg="add mod">
          <ac:chgData name="Jacques Delort" userId="338bbbaa6367577a" providerId="LiveId" clId="{7E1C5C86-B4BD-43D0-B1C7-FDA1768F286B}" dt="2026-01-06T22:18:11.985" v="1920" actId="14100"/>
          <ac:spMkLst>
            <pc:docMk/>
            <pc:sldMk cId="4124213541" sldId="258"/>
            <ac:spMk id="130" creationId="{23A573E8-AC1A-B3CE-8393-23A32A6CB4E5}"/>
          </ac:spMkLst>
        </pc:spChg>
        <pc:spChg chg="add mod">
          <ac:chgData name="Jacques Delort" userId="338bbbaa6367577a" providerId="LiveId" clId="{7E1C5C86-B4BD-43D0-B1C7-FDA1768F286B}" dt="2026-01-06T22:18:07.142" v="1919" actId="1038"/>
          <ac:spMkLst>
            <pc:docMk/>
            <pc:sldMk cId="4124213541" sldId="258"/>
            <ac:spMk id="131" creationId="{307FDA5A-014F-604B-0A48-FA2E30A51983}"/>
          </ac:spMkLst>
        </pc:spChg>
        <pc:grpChg chg="add del mod">
          <ac:chgData name="Jacques Delort" userId="338bbbaa6367577a" providerId="LiveId" clId="{7E1C5C86-B4BD-43D0-B1C7-FDA1768F286B}" dt="2026-01-06T20:56:19.797" v="123" actId="165"/>
          <ac:grpSpMkLst>
            <pc:docMk/>
            <pc:sldMk cId="4124213541" sldId="258"/>
            <ac:grpSpMk id="10" creationId="{5FD27B51-9972-53AD-70CF-442D74655544}"/>
          </ac:grpSpMkLst>
        </pc:grpChg>
        <pc:grpChg chg="mod">
          <ac:chgData name="Jacques Delort" userId="338bbbaa6367577a" providerId="LiveId" clId="{7E1C5C86-B4BD-43D0-B1C7-FDA1768F286B}" dt="2026-01-06T21:31:09.669" v="1043" actId="1076"/>
          <ac:grpSpMkLst>
            <pc:docMk/>
            <pc:sldMk cId="4124213541" sldId="258"/>
            <ac:grpSpMk id="60" creationId="{85AA76AE-3A0A-61C5-3663-4A706AA242BE}"/>
          </ac:grpSpMkLst>
        </pc:grpChg>
        <pc:grpChg chg="add mod">
          <ac:chgData name="Jacques Delort" userId="338bbbaa6367577a" providerId="LiveId" clId="{7E1C5C86-B4BD-43D0-B1C7-FDA1768F286B}" dt="2026-01-06T21:46:28.331" v="1434" actId="14100"/>
          <ac:grpSpMkLst>
            <pc:docMk/>
            <pc:sldMk cId="4124213541" sldId="258"/>
            <ac:grpSpMk id="106" creationId="{72E2AB96-E789-1988-5276-A1E70C80A4E3}"/>
          </ac:grpSpMkLst>
        </pc:grpChg>
        <pc:cxnChg chg="add mod topLvl">
          <ac:chgData name="Jacques Delort" userId="338bbbaa6367577a" providerId="LiveId" clId="{7E1C5C86-B4BD-43D0-B1C7-FDA1768F286B}" dt="2026-01-06T21:25:33.257" v="949" actId="1076"/>
          <ac:cxnSpMkLst>
            <pc:docMk/>
            <pc:sldMk cId="4124213541" sldId="258"/>
            <ac:cxnSpMk id="6" creationId="{ED5924D0-CC90-F658-9E7E-DE42D964CDF4}"/>
          </ac:cxnSpMkLst>
        </pc:cxnChg>
        <pc:cxnChg chg="add mod topLvl">
          <ac:chgData name="Jacques Delort" userId="338bbbaa6367577a" providerId="LiveId" clId="{7E1C5C86-B4BD-43D0-B1C7-FDA1768F286B}" dt="2026-01-06T21:55:51.752" v="1536" actId="14100"/>
          <ac:cxnSpMkLst>
            <pc:docMk/>
            <pc:sldMk cId="4124213541" sldId="258"/>
            <ac:cxnSpMk id="7" creationId="{57455F84-9A1F-D429-2B1C-1A323173BF74}"/>
          </ac:cxnSpMkLst>
        </pc:cxnChg>
        <pc:cxnChg chg="add mod">
          <ac:chgData name="Jacques Delort" userId="338bbbaa6367577a" providerId="LiveId" clId="{7E1C5C86-B4BD-43D0-B1C7-FDA1768F286B}" dt="2026-01-06T21:43:46.931" v="1393" actId="14100"/>
          <ac:cxnSpMkLst>
            <pc:docMk/>
            <pc:sldMk cId="4124213541" sldId="258"/>
            <ac:cxnSpMk id="62" creationId="{B7BC88EF-FD59-8684-0AC8-03E056337A63}"/>
          </ac:cxnSpMkLst>
        </pc:cxnChg>
        <pc:cxnChg chg="add mod">
          <ac:chgData name="Jacques Delort" userId="338bbbaa6367577a" providerId="LiveId" clId="{7E1C5C86-B4BD-43D0-B1C7-FDA1768F286B}" dt="2026-01-06T21:29:09.467" v="1009" actId="14100"/>
          <ac:cxnSpMkLst>
            <pc:docMk/>
            <pc:sldMk cId="4124213541" sldId="258"/>
            <ac:cxnSpMk id="63" creationId="{7A4F238C-5063-2B69-456D-AA968FC60D9E}"/>
          </ac:cxnSpMkLst>
        </pc:cxnChg>
        <pc:cxnChg chg="add mod">
          <ac:chgData name="Jacques Delort" userId="338bbbaa6367577a" providerId="LiveId" clId="{7E1C5C86-B4BD-43D0-B1C7-FDA1768F286B}" dt="2026-01-06T21:29:17.115" v="1012" actId="1076"/>
          <ac:cxnSpMkLst>
            <pc:docMk/>
            <pc:sldMk cId="4124213541" sldId="258"/>
            <ac:cxnSpMk id="65" creationId="{596B278D-EFA9-D90C-FB2B-C33A2383736E}"/>
          </ac:cxnSpMkLst>
        </pc:cxnChg>
        <pc:cxnChg chg="add mod">
          <ac:chgData name="Jacques Delort" userId="338bbbaa6367577a" providerId="LiveId" clId="{7E1C5C86-B4BD-43D0-B1C7-FDA1768F286B}" dt="2026-01-06T21:29:21.533" v="1014" actId="1076"/>
          <ac:cxnSpMkLst>
            <pc:docMk/>
            <pc:sldMk cId="4124213541" sldId="258"/>
            <ac:cxnSpMk id="66" creationId="{FD32BF39-F75C-E815-31BC-9A07F64EF302}"/>
          </ac:cxnSpMkLst>
        </pc:cxnChg>
        <pc:cxnChg chg="add mod">
          <ac:chgData name="Jacques Delort" userId="338bbbaa6367577a" providerId="LiveId" clId="{7E1C5C86-B4BD-43D0-B1C7-FDA1768F286B}" dt="2026-01-06T21:29:26.084" v="1016" actId="1076"/>
          <ac:cxnSpMkLst>
            <pc:docMk/>
            <pc:sldMk cId="4124213541" sldId="258"/>
            <ac:cxnSpMk id="67" creationId="{C79C646C-F62D-4867-ACC3-B90AB0F3C34C}"/>
          </ac:cxnSpMkLst>
        </pc:cxnChg>
        <pc:cxnChg chg="add mod">
          <ac:chgData name="Jacques Delort" userId="338bbbaa6367577a" providerId="LiveId" clId="{7E1C5C86-B4BD-43D0-B1C7-FDA1768F286B}" dt="2026-01-06T21:29:44.829" v="1022" actId="1076"/>
          <ac:cxnSpMkLst>
            <pc:docMk/>
            <pc:sldMk cId="4124213541" sldId="258"/>
            <ac:cxnSpMk id="68" creationId="{E91BB7F7-270A-ECBB-9D60-478E4652E74D}"/>
          </ac:cxnSpMkLst>
        </pc:cxnChg>
        <pc:cxnChg chg="add mod">
          <ac:chgData name="Jacques Delort" userId="338bbbaa6367577a" providerId="LiveId" clId="{7E1C5C86-B4BD-43D0-B1C7-FDA1768F286B}" dt="2026-01-06T21:55:20.539" v="1489" actId="1076"/>
          <ac:cxnSpMkLst>
            <pc:docMk/>
            <pc:sldMk cId="4124213541" sldId="258"/>
            <ac:cxnSpMk id="72" creationId="{ABCAB90C-A009-90AC-008B-B1E8A5C5F03A}"/>
          </ac:cxnSpMkLst>
        </pc:cxnChg>
        <pc:cxnChg chg="add mod">
          <ac:chgData name="Jacques Delort" userId="338bbbaa6367577a" providerId="LiveId" clId="{7E1C5C86-B4BD-43D0-B1C7-FDA1768F286B}" dt="2026-01-06T21:55:18.338" v="1488" actId="14100"/>
          <ac:cxnSpMkLst>
            <pc:docMk/>
            <pc:sldMk cId="4124213541" sldId="258"/>
            <ac:cxnSpMk id="73" creationId="{CFE6663A-051C-20BE-69A3-06986B35034C}"/>
          </ac:cxnSpMkLst>
        </pc:cxnChg>
        <pc:cxnChg chg="add mod">
          <ac:chgData name="Jacques Delort" userId="338bbbaa6367577a" providerId="LiveId" clId="{7E1C5C86-B4BD-43D0-B1C7-FDA1768F286B}" dt="2026-01-06T21:34:58.001" v="1127" actId="14100"/>
          <ac:cxnSpMkLst>
            <pc:docMk/>
            <pc:sldMk cId="4124213541" sldId="258"/>
            <ac:cxnSpMk id="81" creationId="{45781DEF-F26D-9985-A956-48377B97B27B}"/>
          </ac:cxnSpMkLst>
        </pc:cxnChg>
        <pc:cxnChg chg="add mod">
          <ac:chgData name="Jacques Delort" userId="338bbbaa6367577a" providerId="LiveId" clId="{7E1C5C86-B4BD-43D0-B1C7-FDA1768F286B}" dt="2026-01-06T21:34:59.238" v="1128"/>
          <ac:cxnSpMkLst>
            <pc:docMk/>
            <pc:sldMk cId="4124213541" sldId="258"/>
            <ac:cxnSpMk id="86" creationId="{3E0300FE-365E-942D-40F5-3B1C685921C0}"/>
          </ac:cxnSpMkLst>
        </pc:cxnChg>
        <pc:cxnChg chg="add mod">
          <ac:chgData name="Jacques Delort" userId="338bbbaa6367577a" providerId="LiveId" clId="{7E1C5C86-B4BD-43D0-B1C7-FDA1768F286B}" dt="2026-01-06T21:35:10.345" v="1131" actId="14100"/>
          <ac:cxnSpMkLst>
            <pc:docMk/>
            <pc:sldMk cId="4124213541" sldId="258"/>
            <ac:cxnSpMk id="87" creationId="{6FD28FF9-DC52-02B1-274E-072AC6C179EF}"/>
          </ac:cxnSpMkLst>
        </pc:cxnChg>
        <pc:cxnChg chg="add mod">
          <ac:chgData name="Jacques Delort" userId="338bbbaa6367577a" providerId="LiveId" clId="{7E1C5C86-B4BD-43D0-B1C7-FDA1768F286B}" dt="2026-01-06T22:18:18.646" v="1922" actId="14100"/>
          <ac:cxnSpMkLst>
            <pc:docMk/>
            <pc:sldMk cId="4124213541" sldId="258"/>
            <ac:cxnSpMk id="108" creationId="{6A60F140-A40D-3908-82B9-281FF71BA6C1}"/>
          </ac:cxnSpMkLst>
        </pc:cxnChg>
        <pc:cxnChg chg="add mod ord">
          <ac:chgData name="Jacques Delort" userId="338bbbaa6367577a" providerId="LiveId" clId="{7E1C5C86-B4BD-43D0-B1C7-FDA1768F286B}" dt="2026-01-06T21:57:12.546" v="1578" actId="1076"/>
          <ac:cxnSpMkLst>
            <pc:docMk/>
            <pc:sldMk cId="4124213541" sldId="258"/>
            <ac:cxnSpMk id="117" creationId="{781CCD82-AF31-9B48-4826-C4445DD8FECA}"/>
          </ac:cxnSpMkLst>
        </pc:cxnChg>
        <pc:cxnChg chg="add mod ord">
          <ac:chgData name="Jacques Delort" userId="338bbbaa6367577a" providerId="LiveId" clId="{7E1C5C86-B4BD-43D0-B1C7-FDA1768F286B}" dt="2026-01-06T21:56:59.777" v="1576" actId="167"/>
          <ac:cxnSpMkLst>
            <pc:docMk/>
            <pc:sldMk cId="4124213541" sldId="258"/>
            <ac:cxnSpMk id="118" creationId="{56AC90F5-FE8C-F9EE-A592-6CFD2FF755FB}"/>
          </ac:cxnSpMkLst>
        </pc:cxnChg>
        <pc:cxnChg chg="add del">
          <ac:chgData name="Jacques Delort" userId="338bbbaa6367577a" providerId="LiveId" clId="{7E1C5C86-B4BD-43D0-B1C7-FDA1768F286B}" dt="2026-01-06T22:06:51.170" v="1823" actId="11529"/>
          <ac:cxnSpMkLst>
            <pc:docMk/>
            <pc:sldMk cId="4124213541" sldId="258"/>
            <ac:cxnSpMk id="126" creationId="{BC1FC6EF-9D21-7666-E848-BA87C6E8482C}"/>
          </ac:cxnSpMkLst>
        </pc:cxnChg>
        <pc:cxnChg chg="add del mod">
          <ac:chgData name="Jacques Delort" userId="338bbbaa6367577a" providerId="LiveId" clId="{7E1C5C86-B4BD-43D0-B1C7-FDA1768F286B}" dt="2026-01-06T22:07:15.943" v="1827" actId="11529"/>
          <ac:cxnSpMkLst>
            <pc:docMk/>
            <pc:sldMk cId="4124213541" sldId="258"/>
            <ac:cxnSpMk id="128" creationId="{9030BFFA-8D20-3FC4-2AC6-0B9BC3589A96}"/>
          </ac:cxnSpMkLst>
        </pc:cxnChg>
      </pc:sldChg>
      <pc:sldChg chg="addSp modSp mod">
        <pc:chgData name="Jacques Delort" userId="338bbbaa6367577a" providerId="LiveId" clId="{7E1C5C86-B4BD-43D0-B1C7-FDA1768F286B}" dt="2026-01-07T23:09:14.148" v="1975" actId="1076"/>
        <pc:sldMkLst>
          <pc:docMk/>
          <pc:sldMk cId="1208669632" sldId="259"/>
        </pc:sldMkLst>
        <pc:spChg chg="add mod">
          <ac:chgData name="Jacques Delort" userId="338bbbaa6367577a" providerId="LiveId" clId="{7E1C5C86-B4BD-43D0-B1C7-FDA1768F286B}" dt="2026-01-07T23:09:14.148" v="1975" actId="1076"/>
          <ac:spMkLst>
            <pc:docMk/>
            <pc:sldMk cId="1208669632" sldId="259"/>
            <ac:spMk id="2" creationId="{4B06CD8C-D206-E158-44B5-27122B09A4A9}"/>
          </ac:spMkLst>
        </pc:spChg>
        <pc:spChg chg="mod">
          <ac:chgData name="Jacques Delort" userId="338bbbaa6367577a" providerId="LiveId" clId="{7E1C5C86-B4BD-43D0-B1C7-FDA1768F286B}" dt="2026-01-07T23:09:06.077" v="1973" actId="20577"/>
          <ac:spMkLst>
            <pc:docMk/>
            <pc:sldMk cId="1208669632" sldId="259"/>
            <ac:spMk id="15" creationId="{ABBD5681-872A-1BF2-716F-D67DE59D8B29}"/>
          </ac:spMkLst>
        </pc:spChg>
        <pc:grpChg chg="mod">
          <ac:chgData name="Jacques Delort" userId="338bbbaa6367577a" providerId="LiveId" clId="{7E1C5C86-B4BD-43D0-B1C7-FDA1768F286B}" dt="2026-01-07T23:08:40.900" v="1928" actId="14100"/>
          <ac:grpSpMkLst>
            <pc:docMk/>
            <pc:sldMk cId="1208669632" sldId="259"/>
            <ac:grpSpMk id="35" creationId="{0135D0CC-E89E-422D-B9A4-C4D8B8BCD2D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9390D-BA15-4854-A94A-D395AF55CE1E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2D658-3FD8-4FCB-9103-366F78A913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83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2D658-3FD8-4FCB-9103-366F78A9132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344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9965A-DB1A-B675-FB5F-6EB88F82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F75117-BA29-46C6-1943-555DF1321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BD0C40-6AAD-5AA8-19D6-EF9C9FC8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0C73A3-279A-DD4F-B08A-9A6400E6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2F5385-3972-EB80-9284-3F14DFAD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41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1BACE-575F-12ED-327B-CF676C32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8724F-EE5E-5707-D404-A2C0A7A6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79F39C-ABCF-342B-A643-204ACE29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32DDEB-10B2-926A-DE52-5AE9C49CB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986A97-A138-D2D9-1E38-EC97422D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00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5352A-44E8-A979-45C9-A62441B7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AD2BC8-228A-398D-D869-8B45872B7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DFAB02-AD54-9311-7045-1397B843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7B9DE-AE69-0DD3-38C9-04AD4A5A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61E015-4F5D-0A76-5B5D-7186FE6A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30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167FA-6CA8-01EC-BCEC-C241EBF8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84A07E-70EC-5567-F66A-DA115DBBC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6CE7EF-F04D-C70F-0B18-190FCAEB2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09620D-E4DB-2730-1FEE-80E08C8B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6F4800-4AD5-4215-DA2C-5A112883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C8BF8F-9027-7631-359F-0DA4DAB4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474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69412-F2BB-F195-BD81-E2D90B26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8E010B-CA07-4AD8-7B19-C5C36026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D8D555-BDAA-F4EE-59F6-934C9C215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E99D97-1C8A-C3AA-65F9-A68806FD9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639E28-8FDA-0F4E-F13E-8B14A3D77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18C7000-1C13-6881-8A9B-F7922C7E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BF5D1A-38D6-B70F-26E6-598EAF81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84E79F-5E6F-5818-86BA-0688C662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068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F4A55-FAD0-E5CE-9FB1-A89193D6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712894-E76D-18FD-0874-C5D175E0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68E6A55-1A81-189B-444B-ECCD1752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77C709-CAA3-0989-DDEA-AD9D36EB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30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7E3A63-5CF2-97A1-D822-6CD4D132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E4E072-18B3-1BE5-38A7-F107F115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6A78CD-1921-0E2F-C527-A505FFB9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97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859BC-F6D7-25CA-9D76-726567B3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1CE35-B4B9-D799-8560-DF202DD2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649E11-88E1-6737-736D-646203C94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D7CCFA-B4D9-314E-71FC-128D72F9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F5932F-F726-38E5-4C32-B0035F82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A304DC-EC06-6FE0-861D-81458D70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03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9978AA-3F01-4A4F-C607-4A177CBF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05C8D71-3DA7-2185-64C2-88FECD308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8A843B-0CF9-FD5F-D832-B50628375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EA8D52-6035-BC90-9497-CCA6F0C2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78B49B-41ED-0FAD-22FF-6D7EF820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D8FD74-C804-ED66-F502-05F27DCC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23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9433-2071-F306-8D28-E1C72E3E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B5E3B2-5482-8E97-4C00-087AB6061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CBA2F8-8C55-B3F2-C32B-F11AA47C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BBD64A-FBB9-F4B6-E005-F411767D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7FE505-4ADF-DA2B-4D80-1796B30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06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BC3991-2CED-581F-F1DC-83AE8F12A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17B78D-E23A-27CB-E31C-21ADEE28E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674C26-9E7B-CB48-D531-AE3EF128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370A95-DF50-BDF4-B2A5-FF734BD5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FF16A5-E696-B5CF-1B31-42CC170F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1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81F027-C825-9100-B804-E0D44CA7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CD769-DCE5-FCB9-7FD6-AFA9826D6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54129C-1E70-FB00-AB94-1D2A38CAE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50141-B768-425C-843E-8DAC1F4383FF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03C691-C99F-AF3C-9F34-5737ED395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D3E1E-04D7-2D86-0A54-F367F5409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86D0C-C17C-4346-A3ED-ACF56DCBF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1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A5DEFF1-78AA-A3BC-5AE7-FA4AF55DA7F2}"/>
              </a:ext>
            </a:extLst>
          </p:cNvPr>
          <p:cNvSpPr txBox="1"/>
          <p:nvPr/>
        </p:nvSpPr>
        <p:spPr>
          <a:xfrm>
            <a:off x="912721" y="1366463"/>
            <a:ext cx="12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Simulation</a:t>
            </a:r>
            <a:endParaRPr lang="fr-FR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FFAEDB22-42A8-2461-0968-CEF05EA17A5E}"/>
              </a:ext>
            </a:extLst>
          </p:cNvPr>
          <p:cNvSpPr/>
          <p:nvPr/>
        </p:nvSpPr>
        <p:spPr>
          <a:xfrm>
            <a:off x="818508" y="1371135"/>
            <a:ext cx="10191964" cy="4711165"/>
          </a:xfrm>
          <a:custGeom>
            <a:avLst/>
            <a:gdLst>
              <a:gd name="csX0" fmla="*/ 0 w 10191964"/>
              <a:gd name="csY0" fmla="*/ 4705564 h 4705564"/>
              <a:gd name="csX1" fmla="*/ 10274 w 10191964"/>
              <a:gd name="csY1" fmla="*/ 10274 h 4705564"/>
              <a:gd name="csX2" fmla="*/ 986319 w 10191964"/>
              <a:gd name="csY2" fmla="*/ 0 h 4705564"/>
              <a:gd name="csX3" fmla="*/ 986319 w 10191964"/>
              <a:gd name="csY3" fmla="*/ 328773 h 4705564"/>
              <a:gd name="csX4" fmla="*/ 10191964 w 10191964"/>
              <a:gd name="csY4" fmla="*/ 297951 h 4705564"/>
              <a:gd name="csX5" fmla="*/ 10171415 w 10191964"/>
              <a:gd name="csY5" fmla="*/ 4674742 h 4705564"/>
              <a:gd name="csX6" fmla="*/ 51371 w 10191964"/>
              <a:gd name="csY6" fmla="*/ 4695290 h 4705564"/>
              <a:gd name="csX7" fmla="*/ 51371 w 10191964"/>
              <a:gd name="csY7" fmla="*/ 4695290 h 4705564"/>
              <a:gd name="csX8" fmla="*/ 0 w 10191964"/>
              <a:gd name="csY8" fmla="*/ 4705564 h 4705564"/>
              <a:gd name="csX0" fmla="*/ 0 w 10191964"/>
              <a:gd name="csY0" fmla="*/ 4705564 h 4705564"/>
              <a:gd name="csX1" fmla="*/ 10274 w 10191964"/>
              <a:gd name="csY1" fmla="*/ 10274 h 4705564"/>
              <a:gd name="csX2" fmla="*/ 986319 w 10191964"/>
              <a:gd name="csY2" fmla="*/ 0 h 4705564"/>
              <a:gd name="csX3" fmla="*/ 1414944 w 10191964"/>
              <a:gd name="csY3" fmla="*/ 338298 h 4705564"/>
              <a:gd name="csX4" fmla="*/ 10191964 w 10191964"/>
              <a:gd name="csY4" fmla="*/ 297951 h 4705564"/>
              <a:gd name="csX5" fmla="*/ 10171415 w 10191964"/>
              <a:gd name="csY5" fmla="*/ 4674742 h 4705564"/>
              <a:gd name="csX6" fmla="*/ 51371 w 10191964"/>
              <a:gd name="csY6" fmla="*/ 4695290 h 4705564"/>
              <a:gd name="csX7" fmla="*/ 51371 w 10191964"/>
              <a:gd name="csY7" fmla="*/ 4695290 h 4705564"/>
              <a:gd name="csX8" fmla="*/ 0 w 10191964"/>
              <a:gd name="csY8" fmla="*/ 4705564 h 4705564"/>
              <a:gd name="csX0" fmla="*/ 0 w 10191964"/>
              <a:gd name="csY0" fmla="*/ 4715089 h 4715089"/>
              <a:gd name="csX1" fmla="*/ 10274 w 10191964"/>
              <a:gd name="csY1" fmla="*/ 19799 h 4715089"/>
              <a:gd name="csX2" fmla="*/ 1405419 w 10191964"/>
              <a:gd name="csY2" fmla="*/ 0 h 4715089"/>
              <a:gd name="csX3" fmla="*/ 1414944 w 10191964"/>
              <a:gd name="csY3" fmla="*/ 347823 h 4715089"/>
              <a:gd name="csX4" fmla="*/ 10191964 w 10191964"/>
              <a:gd name="csY4" fmla="*/ 307476 h 4715089"/>
              <a:gd name="csX5" fmla="*/ 10171415 w 10191964"/>
              <a:gd name="csY5" fmla="*/ 4684267 h 4715089"/>
              <a:gd name="csX6" fmla="*/ 51371 w 10191964"/>
              <a:gd name="csY6" fmla="*/ 4704815 h 4715089"/>
              <a:gd name="csX7" fmla="*/ 51371 w 10191964"/>
              <a:gd name="csY7" fmla="*/ 4704815 h 4715089"/>
              <a:gd name="csX8" fmla="*/ 0 w 10191964"/>
              <a:gd name="csY8" fmla="*/ 4715089 h 4715089"/>
              <a:gd name="csX0" fmla="*/ 0 w 10191964"/>
              <a:gd name="csY0" fmla="*/ 4715089 h 4715089"/>
              <a:gd name="csX1" fmla="*/ 10274 w 10191964"/>
              <a:gd name="csY1" fmla="*/ 19799 h 4715089"/>
              <a:gd name="csX2" fmla="*/ 1405419 w 10191964"/>
              <a:gd name="csY2" fmla="*/ 0 h 4715089"/>
              <a:gd name="csX3" fmla="*/ 1319694 w 10191964"/>
              <a:gd name="csY3" fmla="*/ 366873 h 4715089"/>
              <a:gd name="csX4" fmla="*/ 10191964 w 10191964"/>
              <a:gd name="csY4" fmla="*/ 307476 h 4715089"/>
              <a:gd name="csX5" fmla="*/ 10171415 w 10191964"/>
              <a:gd name="csY5" fmla="*/ 4684267 h 4715089"/>
              <a:gd name="csX6" fmla="*/ 51371 w 10191964"/>
              <a:gd name="csY6" fmla="*/ 4704815 h 4715089"/>
              <a:gd name="csX7" fmla="*/ 51371 w 10191964"/>
              <a:gd name="csY7" fmla="*/ 4704815 h 4715089"/>
              <a:gd name="csX8" fmla="*/ 0 w 10191964"/>
              <a:gd name="csY8" fmla="*/ 4715089 h 4715089"/>
              <a:gd name="csX0" fmla="*/ 0 w 10191964"/>
              <a:gd name="csY0" fmla="*/ 4715089 h 4715089"/>
              <a:gd name="csX1" fmla="*/ 10274 w 10191964"/>
              <a:gd name="csY1" fmla="*/ 19799 h 4715089"/>
              <a:gd name="csX2" fmla="*/ 1405419 w 10191964"/>
              <a:gd name="csY2" fmla="*/ 0 h 4715089"/>
              <a:gd name="csX3" fmla="*/ 1367319 w 10191964"/>
              <a:gd name="csY3" fmla="*/ 376398 h 4715089"/>
              <a:gd name="csX4" fmla="*/ 10191964 w 10191964"/>
              <a:gd name="csY4" fmla="*/ 307476 h 4715089"/>
              <a:gd name="csX5" fmla="*/ 10171415 w 10191964"/>
              <a:gd name="csY5" fmla="*/ 4684267 h 4715089"/>
              <a:gd name="csX6" fmla="*/ 51371 w 10191964"/>
              <a:gd name="csY6" fmla="*/ 4704815 h 4715089"/>
              <a:gd name="csX7" fmla="*/ 51371 w 10191964"/>
              <a:gd name="csY7" fmla="*/ 4704815 h 4715089"/>
              <a:gd name="csX8" fmla="*/ 0 w 10191964"/>
              <a:gd name="csY8" fmla="*/ 4715089 h 4715089"/>
              <a:gd name="csX0" fmla="*/ 0 w 10191964"/>
              <a:gd name="csY0" fmla="*/ 4695290 h 4695290"/>
              <a:gd name="csX1" fmla="*/ 10274 w 10191964"/>
              <a:gd name="csY1" fmla="*/ 0 h 4695290"/>
              <a:gd name="csX2" fmla="*/ 1319694 w 10191964"/>
              <a:gd name="csY2" fmla="*/ 18301 h 4695290"/>
              <a:gd name="csX3" fmla="*/ 1367319 w 10191964"/>
              <a:gd name="csY3" fmla="*/ 356599 h 4695290"/>
              <a:gd name="csX4" fmla="*/ 10191964 w 10191964"/>
              <a:gd name="csY4" fmla="*/ 287677 h 4695290"/>
              <a:gd name="csX5" fmla="*/ 10171415 w 10191964"/>
              <a:gd name="csY5" fmla="*/ 4664468 h 4695290"/>
              <a:gd name="csX6" fmla="*/ 51371 w 10191964"/>
              <a:gd name="csY6" fmla="*/ 4685016 h 4695290"/>
              <a:gd name="csX7" fmla="*/ 51371 w 10191964"/>
              <a:gd name="csY7" fmla="*/ 4685016 h 4695290"/>
              <a:gd name="csX8" fmla="*/ 0 w 10191964"/>
              <a:gd name="csY8" fmla="*/ 4695290 h 4695290"/>
              <a:gd name="csX0" fmla="*/ 0 w 10191964"/>
              <a:gd name="csY0" fmla="*/ 4734139 h 4734139"/>
              <a:gd name="csX1" fmla="*/ 10274 w 10191964"/>
              <a:gd name="csY1" fmla="*/ 38849 h 4734139"/>
              <a:gd name="csX2" fmla="*/ 1357794 w 10191964"/>
              <a:gd name="csY2" fmla="*/ 0 h 4734139"/>
              <a:gd name="csX3" fmla="*/ 1367319 w 10191964"/>
              <a:gd name="csY3" fmla="*/ 395448 h 4734139"/>
              <a:gd name="csX4" fmla="*/ 10191964 w 10191964"/>
              <a:gd name="csY4" fmla="*/ 326526 h 4734139"/>
              <a:gd name="csX5" fmla="*/ 10171415 w 10191964"/>
              <a:gd name="csY5" fmla="*/ 4703317 h 4734139"/>
              <a:gd name="csX6" fmla="*/ 51371 w 10191964"/>
              <a:gd name="csY6" fmla="*/ 4723865 h 4734139"/>
              <a:gd name="csX7" fmla="*/ 51371 w 10191964"/>
              <a:gd name="csY7" fmla="*/ 4723865 h 4734139"/>
              <a:gd name="csX8" fmla="*/ 0 w 10191964"/>
              <a:gd name="csY8" fmla="*/ 4734139 h 4734139"/>
              <a:gd name="csX0" fmla="*/ 0 w 10191964"/>
              <a:gd name="csY0" fmla="*/ 4695290 h 4695290"/>
              <a:gd name="csX1" fmla="*/ 10274 w 10191964"/>
              <a:gd name="csY1" fmla="*/ 0 h 4695290"/>
              <a:gd name="csX2" fmla="*/ 1354619 w 10191964"/>
              <a:gd name="csY2" fmla="*/ 5601 h 4695290"/>
              <a:gd name="csX3" fmla="*/ 1367319 w 10191964"/>
              <a:gd name="csY3" fmla="*/ 356599 h 4695290"/>
              <a:gd name="csX4" fmla="*/ 10191964 w 10191964"/>
              <a:gd name="csY4" fmla="*/ 287677 h 4695290"/>
              <a:gd name="csX5" fmla="*/ 10171415 w 10191964"/>
              <a:gd name="csY5" fmla="*/ 4664468 h 4695290"/>
              <a:gd name="csX6" fmla="*/ 51371 w 10191964"/>
              <a:gd name="csY6" fmla="*/ 4685016 h 4695290"/>
              <a:gd name="csX7" fmla="*/ 51371 w 10191964"/>
              <a:gd name="csY7" fmla="*/ 4685016 h 4695290"/>
              <a:gd name="csX8" fmla="*/ 0 w 10191964"/>
              <a:gd name="csY8" fmla="*/ 4695290 h 4695290"/>
              <a:gd name="csX0" fmla="*/ 0 w 10191964"/>
              <a:gd name="csY0" fmla="*/ 4734139 h 4734139"/>
              <a:gd name="csX1" fmla="*/ 10274 w 10191964"/>
              <a:gd name="csY1" fmla="*/ 38849 h 4734139"/>
              <a:gd name="csX2" fmla="*/ 1354619 w 10191964"/>
              <a:gd name="csY2" fmla="*/ 0 h 4734139"/>
              <a:gd name="csX3" fmla="*/ 1367319 w 10191964"/>
              <a:gd name="csY3" fmla="*/ 395448 h 4734139"/>
              <a:gd name="csX4" fmla="*/ 10191964 w 10191964"/>
              <a:gd name="csY4" fmla="*/ 326526 h 4734139"/>
              <a:gd name="csX5" fmla="*/ 10171415 w 10191964"/>
              <a:gd name="csY5" fmla="*/ 4703317 h 4734139"/>
              <a:gd name="csX6" fmla="*/ 51371 w 10191964"/>
              <a:gd name="csY6" fmla="*/ 4723865 h 4734139"/>
              <a:gd name="csX7" fmla="*/ 51371 w 10191964"/>
              <a:gd name="csY7" fmla="*/ 4723865 h 4734139"/>
              <a:gd name="csX8" fmla="*/ 0 w 10191964"/>
              <a:gd name="csY8" fmla="*/ 4734139 h 4734139"/>
              <a:gd name="csX0" fmla="*/ 0 w 10191964"/>
              <a:gd name="csY0" fmla="*/ 4734139 h 4734139"/>
              <a:gd name="csX1" fmla="*/ 13449 w 10191964"/>
              <a:gd name="csY1" fmla="*/ 749 h 4734139"/>
              <a:gd name="csX2" fmla="*/ 1354619 w 10191964"/>
              <a:gd name="csY2" fmla="*/ 0 h 4734139"/>
              <a:gd name="csX3" fmla="*/ 1367319 w 10191964"/>
              <a:gd name="csY3" fmla="*/ 395448 h 4734139"/>
              <a:gd name="csX4" fmla="*/ 10191964 w 10191964"/>
              <a:gd name="csY4" fmla="*/ 326526 h 4734139"/>
              <a:gd name="csX5" fmla="*/ 10171415 w 10191964"/>
              <a:gd name="csY5" fmla="*/ 4703317 h 4734139"/>
              <a:gd name="csX6" fmla="*/ 51371 w 10191964"/>
              <a:gd name="csY6" fmla="*/ 4723865 h 4734139"/>
              <a:gd name="csX7" fmla="*/ 51371 w 10191964"/>
              <a:gd name="csY7" fmla="*/ 4723865 h 4734139"/>
              <a:gd name="csX8" fmla="*/ 0 w 10191964"/>
              <a:gd name="csY8" fmla="*/ 4734139 h 4734139"/>
              <a:gd name="csX0" fmla="*/ 0 w 10191964"/>
              <a:gd name="csY0" fmla="*/ 4733390 h 4733390"/>
              <a:gd name="csX1" fmla="*/ 13449 w 10191964"/>
              <a:gd name="csY1" fmla="*/ 0 h 4733390"/>
              <a:gd name="csX2" fmla="*/ 1354619 w 10191964"/>
              <a:gd name="csY2" fmla="*/ 24651 h 4733390"/>
              <a:gd name="csX3" fmla="*/ 1367319 w 10191964"/>
              <a:gd name="csY3" fmla="*/ 394699 h 4733390"/>
              <a:gd name="csX4" fmla="*/ 10191964 w 10191964"/>
              <a:gd name="csY4" fmla="*/ 325777 h 4733390"/>
              <a:gd name="csX5" fmla="*/ 10171415 w 10191964"/>
              <a:gd name="csY5" fmla="*/ 4702568 h 4733390"/>
              <a:gd name="csX6" fmla="*/ 51371 w 10191964"/>
              <a:gd name="csY6" fmla="*/ 4723116 h 4733390"/>
              <a:gd name="csX7" fmla="*/ 51371 w 10191964"/>
              <a:gd name="csY7" fmla="*/ 4723116 h 4733390"/>
              <a:gd name="csX8" fmla="*/ 0 w 10191964"/>
              <a:gd name="csY8" fmla="*/ 4733390 h 4733390"/>
              <a:gd name="csX0" fmla="*/ 0 w 10191964"/>
              <a:gd name="csY0" fmla="*/ 4711165 h 4711165"/>
              <a:gd name="csX1" fmla="*/ 13449 w 10191964"/>
              <a:gd name="csY1" fmla="*/ 0 h 4711165"/>
              <a:gd name="csX2" fmla="*/ 1354619 w 10191964"/>
              <a:gd name="csY2" fmla="*/ 2426 h 4711165"/>
              <a:gd name="csX3" fmla="*/ 1367319 w 10191964"/>
              <a:gd name="csY3" fmla="*/ 372474 h 4711165"/>
              <a:gd name="csX4" fmla="*/ 10191964 w 10191964"/>
              <a:gd name="csY4" fmla="*/ 303552 h 4711165"/>
              <a:gd name="csX5" fmla="*/ 10171415 w 10191964"/>
              <a:gd name="csY5" fmla="*/ 4680343 h 4711165"/>
              <a:gd name="csX6" fmla="*/ 51371 w 10191964"/>
              <a:gd name="csY6" fmla="*/ 4700891 h 4711165"/>
              <a:gd name="csX7" fmla="*/ 51371 w 10191964"/>
              <a:gd name="csY7" fmla="*/ 4700891 h 4711165"/>
              <a:gd name="csX8" fmla="*/ 0 w 10191964"/>
              <a:gd name="csY8" fmla="*/ 4711165 h 4711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191964" h="4711165">
                <a:moveTo>
                  <a:pt x="0" y="4711165"/>
                </a:moveTo>
                <a:cubicBezTo>
                  <a:pt x="3425" y="3146068"/>
                  <a:pt x="10024" y="1565097"/>
                  <a:pt x="13449" y="0"/>
                </a:cubicBezTo>
                <a:lnTo>
                  <a:pt x="1354619" y="2426"/>
                </a:lnTo>
                <a:lnTo>
                  <a:pt x="1367319" y="372474"/>
                </a:lnTo>
                <a:lnTo>
                  <a:pt x="10191964" y="303552"/>
                </a:lnTo>
                <a:cubicBezTo>
                  <a:pt x="10185114" y="1762482"/>
                  <a:pt x="10178265" y="3221413"/>
                  <a:pt x="10171415" y="4680343"/>
                </a:cubicBezTo>
                <a:lnTo>
                  <a:pt x="51371" y="4700891"/>
                </a:lnTo>
                <a:lnTo>
                  <a:pt x="51371" y="4700891"/>
                </a:lnTo>
                <a:lnTo>
                  <a:pt x="0" y="4711165"/>
                </a:lnTo>
                <a:close/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EF69C154-F164-1532-3438-A9A0BE8A4C6B}"/>
              </a:ext>
            </a:extLst>
          </p:cNvPr>
          <p:cNvSpPr/>
          <p:nvPr/>
        </p:nvSpPr>
        <p:spPr>
          <a:xfrm>
            <a:off x="2301517" y="1368889"/>
            <a:ext cx="1376738" cy="349321"/>
          </a:xfrm>
          <a:custGeom>
            <a:avLst/>
            <a:gdLst>
              <a:gd name="csX0" fmla="*/ 0 w 1006868"/>
              <a:gd name="csY0" fmla="*/ 349321 h 349321"/>
              <a:gd name="csX1" fmla="*/ 0 w 1006868"/>
              <a:gd name="csY1" fmla="*/ 0 h 349321"/>
              <a:gd name="csX2" fmla="*/ 1006868 w 1006868"/>
              <a:gd name="csY2" fmla="*/ 0 h 349321"/>
              <a:gd name="csX3" fmla="*/ 1006868 w 1006868"/>
              <a:gd name="csY3" fmla="*/ 328773 h 349321"/>
              <a:gd name="csX4" fmla="*/ 986319 w 1006868"/>
              <a:gd name="csY4" fmla="*/ 328773 h 349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6868" h="349321">
                <a:moveTo>
                  <a:pt x="0" y="349321"/>
                </a:moveTo>
                <a:lnTo>
                  <a:pt x="0" y="0"/>
                </a:lnTo>
                <a:lnTo>
                  <a:pt x="1006868" y="0"/>
                </a:lnTo>
                <a:lnTo>
                  <a:pt x="1006868" y="328773"/>
                </a:lnTo>
                <a:lnTo>
                  <a:pt x="986319" y="328773"/>
                </a:lnTo>
              </a:path>
            </a:pathLst>
          </a:cu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356A14E-3AFF-2C06-91CB-332EE1FFF222}"/>
              </a:ext>
            </a:extLst>
          </p:cNvPr>
          <p:cNvSpPr txBox="1"/>
          <p:nvPr/>
        </p:nvSpPr>
        <p:spPr>
          <a:xfrm>
            <a:off x="2330627" y="1370352"/>
            <a:ext cx="133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Paramètres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25BCFA2-8905-6F98-B627-17FD18784F97}"/>
              </a:ext>
            </a:extLst>
          </p:cNvPr>
          <p:cNvSpPr txBox="1"/>
          <p:nvPr/>
        </p:nvSpPr>
        <p:spPr>
          <a:xfrm>
            <a:off x="2390989" y="392558"/>
            <a:ext cx="5373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Interface homme-machine (IHM) du simulateur</a:t>
            </a:r>
          </a:p>
        </p:txBody>
      </p:sp>
    </p:spTree>
    <p:extLst>
      <p:ext uri="{BB962C8B-B14F-4D97-AF65-F5344CB8AC3E}">
        <p14:creationId xmlns:p14="http://schemas.microsoft.com/office/powerpoint/2010/main" val="227509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BAAD8BA5-3E6E-1147-DB5D-39CBFB512630}"/>
              </a:ext>
            </a:extLst>
          </p:cNvPr>
          <p:cNvSpPr/>
          <p:nvPr/>
        </p:nvSpPr>
        <p:spPr>
          <a:xfrm>
            <a:off x="1790700" y="1653540"/>
            <a:ext cx="2181225" cy="8039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F7DEFE6-D77E-6647-A3A0-8417ADA200D4}"/>
              </a:ext>
            </a:extLst>
          </p:cNvPr>
          <p:cNvSpPr/>
          <p:nvPr/>
        </p:nvSpPr>
        <p:spPr>
          <a:xfrm>
            <a:off x="1790701" y="4080509"/>
            <a:ext cx="2181224" cy="1969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42E3F6F-1BA3-721E-D9A8-B0926F07DFCA}"/>
              </a:ext>
            </a:extLst>
          </p:cNvPr>
          <p:cNvSpPr/>
          <p:nvPr/>
        </p:nvSpPr>
        <p:spPr>
          <a:xfrm>
            <a:off x="1800225" y="2466975"/>
            <a:ext cx="2171573" cy="687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EC36C75-B169-BD3D-32F1-18D5883ED5DA}"/>
              </a:ext>
            </a:extLst>
          </p:cNvPr>
          <p:cNvSpPr/>
          <p:nvPr/>
        </p:nvSpPr>
        <p:spPr>
          <a:xfrm>
            <a:off x="1800225" y="3156584"/>
            <a:ext cx="2171573" cy="942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B84F32F-05B6-4DEE-4402-5983AA858F33}"/>
              </a:ext>
            </a:extLst>
          </p:cNvPr>
          <p:cNvSpPr/>
          <p:nvPr/>
        </p:nvSpPr>
        <p:spPr>
          <a:xfrm>
            <a:off x="8626229" y="1235789"/>
            <a:ext cx="1430462" cy="480979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781CCD82-AF31-9B48-4826-C4445DD8FECA}"/>
              </a:ext>
            </a:extLst>
          </p:cNvPr>
          <p:cNvCxnSpPr>
            <a:cxnSpLocks/>
          </p:cNvCxnSpPr>
          <p:nvPr/>
        </p:nvCxnSpPr>
        <p:spPr>
          <a:xfrm>
            <a:off x="8906467" y="1787488"/>
            <a:ext cx="0" cy="415076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56AC90F5-FE8C-F9EE-A592-6CFD2FF755FB}"/>
              </a:ext>
            </a:extLst>
          </p:cNvPr>
          <p:cNvCxnSpPr>
            <a:cxnSpLocks/>
          </p:cNvCxnSpPr>
          <p:nvPr/>
        </p:nvCxnSpPr>
        <p:spPr>
          <a:xfrm>
            <a:off x="8883404" y="1785990"/>
            <a:ext cx="1029449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BDFDD53-0194-122F-A6EA-53990C84D72D}"/>
              </a:ext>
            </a:extLst>
          </p:cNvPr>
          <p:cNvSpPr/>
          <p:nvPr/>
        </p:nvSpPr>
        <p:spPr>
          <a:xfrm>
            <a:off x="10048123" y="1259547"/>
            <a:ext cx="1859624" cy="480220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8A521-9BA6-A08C-24A5-6FA77FCA3F40}"/>
              </a:ext>
            </a:extLst>
          </p:cNvPr>
          <p:cNvSpPr/>
          <p:nvPr/>
        </p:nvSpPr>
        <p:spPr>
          <a:xfrm>
            <a:off x="5429250" y="1247774"/>
            <a:ext cx="3177393" cy="479601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A4040C4-C04E-DD59-CB91-5D2C8C7BD8AE}"/>
              </a:ext>
            </a:extLst>
          </p:cNvPr>
          <p:cNvSpPr/>
          <p:nvPr/>
        </p:nvSpPr>
        <p:spPr>
          <a:xfrm>
            <a:off x="3970020" y="1247775"/>
            <a:ext cx="1465012" cy="480979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D5924D0-CC90-F658-9E7E-DE42D964CDF4}"/>
              </a:ext>
            </a:extLst>
          </p:cNvPr>
          <p:cNvCxnSpPr>
            <a:cxnSpLocks/>
          </p:cNvCxnSpPr>
          <p:nvPr/>
        </p:nvCxnSpPr>
        <p:spPr>
          <a:xfrm>
            <a:off x="7043743" y="1778176"/>
            <a:ext cx="0" cy="415076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7455F84-9A1F-D429-2B1C-1A323173BF74}"/>
              </a:ext>
            </a:extLst>
          </p:cNvPr>
          <p:cNvCxnSpPr>
            <a:cxnSpLocks/>
          </p:cNvCxnSpPr>
          <p:nvPr/>
        </p:nvCxnSpPr>
        <p:spPr>
          <a:xfrm>
            <a:off x="5586044" y="1797976"/>
            <a:ext cx="2931236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79E3CFAA-5940-5B86-19EC-1A5687EFC5F0}"/>
              </a:ext>
            </a:extLst>
          </p:cNvPr>
          <p:cNvSpPr txBox="1"/>
          <p:nvPr/>
        </p:nvSpPr>
        <p:spPr>
          <a:xfrm>
            <a:off x="7689999" y="1874711"/>
            <a:ext cx="7457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Axe des x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CF4963D-3087-D683-EB20-141FBBCE52CB}"/>
              </a:ext>
            </a:extLst>
          </p:cNvPr>
          <p:cNvSpPr txBox="1"/>
          <p:nvPr/>
        </p:nvSpPr>
        <p:spPr>
          <a:xfrm>
            <a:off x="7052465" y="4063534"/>
            <a:ext cx="747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Axe des y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B055FCF2-3459-870A-82C5-CBB49996AB81}"/>
              </a:ext>
            </a:extLst>
          </p:cNvPr>
          <p:cNvSpPr/>
          <p:nvPr/>
        </p:nvSpPr>
        <p:spPr>
          <a:xfrm>
            <a:off x="6704728" y="1787701"/>
            <a:ext cx="557105" cy="3369924"/>
          </a:xfrm>
          <a:custGeom>
            <a:avLst/>
            <a:gdLst>
              <a:gd name="csX0" fmla="*/ 349344 w 557105"/>
              <a:gd name="csY0" fmla="*/ 0 h 3369924"/>
              <a:gd name="csX1" fmla="*/ 482908 w 557105"/>
              <a:gd name="csY1" fmla="*/ 493160 h 3369924"/>
              <a:gd name="csX2" fmla="*/ 544552 w 557105"/>
              <a:gd name="csY2" fmla="*/ 914400 h 3369924"/>
              <a:gd name="csX3" fmla="*/ 236328 w 557105"/>
              <a:gd name="csY3" fmla="*/ 1623317 h 3369924"/>
              <a:gd name="csX4" fmla="*/ 133586 w 557105"/>
              <a:gd name="csY4" fmla="*/ 1921268 h 3369924"/>
              <a:gd name="csX5" fmla="*/ 22 w 557105"/>
              <a:gd name="csY5" fmla="*/ 2630184 h 3369924"/>
              <a:gd name="csX6" fmla="*/ 143860 w 557105"/>
              <a:gd name="csY6" fmla="*/ 3369924 h 3369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57105" h="3369924">
                <a:moveTo>
                  <a:pt x="349344" y="0"/>
                </a:moveTo>
                <a:cubicBezTo>
                  <a:pt x="399858" y="170380"/>
                  <a:pt x="450373" y="340760"/>
                  <a:pt x="482908" y="493160"/>
                </a:cubicBezTo>
                <a:cubicBezTo>
                  <a:pt x="515443" y="645560"/>
                  <a:pt x="585649" y="726041"/>
                  <a:pt x="544552" y="914400"/>
                </a:cubicBezTo>
                <a:cubicBezTo>
                  <a:pt x="503455" y="1102759"/>
                  <a:pt x="304822" y="1455506"/>
                  <a:pt x="236328" y="1623317"/>
                </a:cubicBezTo>
                <a:cubicBezTo>
                  <a:pt x="167834" y="1791128"/>
                  <a:pt x="172970" y="1753457"/>
                  <a:pt x="133586" y="1921268"/>
                </a:cubicBezTo>
                <a:cubicBezTo>
                  <a:pt x="94202" y="2089079"/>
                  <a:pt x="-1690" y="2388741"/>
                  <a:pt x="22" y="2630184"/>
                </a:cubicBezTo>
                <a:cubicBezTo>
                  <a:pt x="1734" y="2871627"/>
                  <a:pt x="72797" y="3120775"/>
                  <a:pt x="143860" y="33699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67B518-BC73-B000-575D-B30BA5708CDC}"/>
              </a:ext>
            </a:extLst>
          </p:cNvPr>
          <p:cNvSpPr/>
          <p:nvPr/>
        </p:nvSpPr>
        <p:spPr>
          <a:xfrm>
            <a:off x="6776669" y="5147351"/>
            <a:ext cx="164387" cy="184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E2E1397-C9F2-E4CB-EE6E-5BB885DABA47}"/>
              </a:ext>
            </a:extLst>
          </p:cNvPr>
          <p:cNvSpPr/>
          <p:nvPr/>
        </p:nvSpPr>
        <p:spPr>
          <a:xfrm>
            <a:off x="6961604" y="1705507"/>
            <a:ext cx="164387" cy="184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A0DE79-D357-01E2-F81D-21CF5C2B4275}"/>
              </a:ext>
            </a:extLst>
          </p:cNvPr>
          <p:cNvSpPr txBox="1"/>
          <p:nvPr/>
        </p:nvSpPr>
        <p:spPr>
          <a:xfrm>
            <a:off x="7494148" y="1455591"/>
            <a:ext cx="657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Bateau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A4A377-8104-87A4-E851-362115CDF379}"/>
              </a:ext>
            </a:extLst>
          </p:cNvPr>
          <p:cNvSpPr txBox="1"/>
          <p:nvPr/>
        </p:nvSpPr>
        <p:spPr>
          <a:xfrm>
            <a:off x="6027725" y="4940263"/>
            <a:ext cx="455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ROV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1ED9D3D-F68F-BB02-2741-A5136FF79E7B}"/>
              </a:ext>
            </a:extLst>
          </p:cNvPr>
          <p:cNvSpPr txBox="1"/>
          <p:nvPr/>
        </p:nvSpPr>
        <p:spPr>
          <a:xfrm>
            <a:off x="7295513" y="2378467"/>
            <a:ext cx="1143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Câble ombilical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FC713F09-F194-739D-F58A-F66AEBCACB48}"/>
              </a:ext>
            </a:extLst>
          </p:cNvPr>
          <p:cNvSpPr/>
          <p:nvPr/>
        </p:nvSpPr>
        <p:spPr>
          <a:xfrm rot="10800000">
            <a:off x="6560912" y="1726056"/>
            <a:ext cx="369869" cy="143838"/>
          </a:xfrm>
          <a:prstGeom prst="right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C8A213BA-93EE-2624-7B4C-D261FCC5FFFF}"/>
              </a:ext>
            </a:extLst>
          </p:cNvPr>
          <p:cNvSpPr/>
          <p:nvPr/>
        </p:nvSpPr>
        <p:spPr>
          <a:xfrm rot="2482959">
            <a:off x="6867507" y="5467923"/>
            <a:ext cx="628255" cy="139245"/>
          </a:xfrm>
          <a:prstGeom prst="right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DB57E6-A437-4812-3760-3B1FD180B920}"/>
              </a:ext>
            </a:extLst>
          </p:cNvPr>
          <p:cNvSpPr txBox="1"/>
          <p:nvPr/>
        </p:nvSpPr>
        <p:spPr>
          <a:xfrm>
            <a:off x="1806656" y="6404652"/>
            <a:ext cx="10385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Les textes en rouges sont destinés à faciliter la compréhension  de l’interface graphique. Ils ne sont pas à reproduire dans l’interface.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F15B0FC-EA68-750F-819A-4772425D8E40}"/>
              </a:ext>
            </a:extLst>
          </p:cNvPr>
          <p:cNvSpPr txBox="1"/>
          <p:nvPr/>
        </p:nvSpPr>
        <p:spPr>
          <a:xfrm>
            <a:off x="-186430" y="4138954"/>
            <a:ext cx="1379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variation de longueur du câble (m/s)</a:t>
            </a:r>
            <a:endParaRPr lang="fr-FR" sz="900" dirty="0">
              <a:solidFill>
                <a:srgbClr val="FF0000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61464B2-7D2B-7CBB-1A0C-B77F4E47AEAC}"/>
              </a:ext>
            </a:extLst>
          </p:cNvPr>
          <p:cNvSpPr txBox="1"/>
          <p:nvPr/>
        </p:nvSpPr>
        <p:spPr>
          <a:xfrm>
            <a:off x="-28575" y="4489474"/>
            <a:ext cx="12344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vitesse horizontale de commande du bateau (m/s)</a:t>
            </a:r>
            <a:endParaRPr lang="fr-FR" sz="900" dirty="0">
              <a:solidFill>
                <a:srgbClr val="FF0000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4311858-DA24-6D28-14EF-0917D2E2FF72}"/>
              </a:ext>
            </a:extLst>
          </p:cNvPr>
          <p:cNvSpPr txBox="1"/>
          <p:nvPr/>
        </p:nvSpPr>
        <p:spPr>
          <a:xfrm>
            <a:off x="-66675" y="3719854"/>
            <a:ext cx="1234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Vitesse de la simulation</a:t>
            </a:r>
            <a:endParaRPr lang="fr-FR" sz="900" dirty="0">
              <a:solidFill>
                <a:srgbClr val="FF0000"/>
              </a:solidFill>
            </a:endParaRPr>
          </a:p>
        </p:txBody>
      </p: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ABCAB90C-A009-90AC-008B-B1E8A5C5F03A}"/>
              </a:ext>
            </a:extLst>
          </p:cNvPr>
          <p:cNvCxnSpPr>
            <a:cxnSpLocks/>
          </p:cNvCxnSpPr>
          <p:nvPr/>
        </p:nvCxnSpPr>
        <p:spPr>
          <a:xfrm>
            <a:off x="4777967" y="1799474"/>
            <a:ext cx="0" cy="415076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CFE6663A-051C-20BE-69A3-06986B35034C}"/>
              </a:ext>
            </a:extLst>
          </p:cNvPr>
          <p:cNvCxnSpPr>
            <a:cxnSpLocks/>
          </p:cNvCxnSpPr>
          <p:nvPr/>
        </p:nvCxnSpPr>
        <p:spPr>
          <a:xfrm>
            <a:off x="4261745" y="1797976"/>
            <a:ext cx="1029449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45781DEF-F26D-9985-A956-48377B97B27B}"/>
              </a:ext>
            </a:extLst>
          </p:cNvPr>
          <p:cNvCxnSpPr>
            <a:cxnSpLocks/>
            <a:stCxn id="16" idx="1"/>
            <a:endCxn id="15" idx="7"/>
          </p:cNvCxnSpPr>
          <p:nvPr/>
        </p:nvCxnSpPr>
        <p:spPr>
          <a:xfrm flipH="1">
            <a:off x="7101917" y="1594091"/>
            <a:ext cx="392231" cy="138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6FD28FF9-DC52-02B1-274E-072AC6C179EF}"/>
              </a:ext>
            </a:extLst>
          </p:cNvPr>
          <p:cNvCxnSpPr>
            <a:cxnSpLocks/>
          </p:cNvCxnSpPr>
          <p:nvPr/>
        </p:nvCxnSpPr>
        <p:spPr>
          <a:xfrm>
            <a:off x="6418251" y="5130120"/>
            <a:ext cx="285750" cy="666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E16ED709-2977-0F68-2D9C-6C0B1014101E}"/>
              </a:ext>
            </a:extLst>
          </p:cNvPr>
          <p:cNvSpPr txBox="1"/>
          <p:nvPr/>
        </p:nvSpPr>
        <p:spPr>
          <a:xfrm>
            <a:off x="7351700" y="5283163"/>
            <a:ext cx="12394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Flèche indiquant </a:t>
            </a:r>
          </a:p>
          <a:p>
            <a:r>
              <a:rPr lang="fr-FR" sz="1100" dirty="0">
                <a:solidFill>
                  <a:srgbClr val="FF0000"/>
                </a:solidFill>
              </a:rPr>
              <a:t>la vitesse du ROV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B9C7F957-F557-0F2B-71EF-0AC7EC9966A3}"/>
              </a:ext>
            </a:extLst>
          </p:cNvPr>
          <p:cNvSpPr txBox="1"/>
          <p:nvPr/>
        </p:nvSpPr>
        <p:spPr>
          <a:xfrm>
            <a:off x="5484800" y="1835113"/>
            <a:ext cx="13949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100" dirty="0">
                <a:solidFill>
                  <a:srgbClr val="FF0000"/>
                </a:solidFill>
              </a:rPr>
              <a:t>Flèche indiquant </a:t>
            </a:r>
          </a:p>
          <a:p>
            <a:pPr algn="r"/>
            <a:r>
              <a:rPr lang="fr-FR" sz="1100" dirty="0">
                <a:solidFill>
                  <a:srgbClr val="FF0000"/>
                </a:solidFill>
              </a:rPr>
              <a:t>la vitesse du bateau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DAFCA7C9-4C58-046B-ADA1-58B00C832237}"/>
              </a:ext>
            </a:extLst>
          </p:cNvPr>
          <p:cNvSpPr txBox="1"/>
          <p:nvPr/>
        </p:nvSpPr>
        <p:spPr>
          <a:xfrm>
            <a:off x="10040078" y="1753390"/>
            <a:ext cx="1323311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fr-FR" sz="1200" dirty="0"/>
              <a:t>X_Bateau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X_ROV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Y_ROV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Longueur câble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s tension max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Tension max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Tension rupture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Tension ROV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Tension moulinet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235B67F-E1FA-0DDD-BBF8-89CC8A518F8B}"/>
              </a:ext>
            </a:extLst>
          </p:cNvPr>
          <p:cNvSpPr/>
          <p:nvPr/>
        </p:nvSpPr>
        <p:spPr>
          <a:xfrm>
            <a:off x="11264010" y="1789842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99870F8-D8F0-3D08-DD72-F756F94F4211}"/>
              </a:ext>
            </a:extLst>
          </p:cNvPr>
          <p:cNvSpPr/>
          <p:nvPr/>
        </p:nvSpPr>
        <p:spPr>
          <a:xfrm>
            <a:off x="11264010" y="2208942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3755E25-5F7F-7E73-A6EC-05DA72914486}"/>
              </a:ext>
            </a:extLst>
          </p:cNvPr>
          <p:cNvSpPr/>
          <p:nvPr/>
        </p:nvSpPr>
        <p:spPr>
          <a:xfrm>
            <a:off x="11283060" y="2618517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F733B03-9683-A548-9A46-5A893A4B8F22}"/>
              </a:ext>
            </a:extLst>
          </p:cNvPr>
          <p:cNvSpPr/>
          <p:nvPr/>
        </p:nvSpPr>
        <p:spPr>
          <a:xfrm>
            <a:off x="11292585" y="3037617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1B0ACB7-F28D-126D-1101-C8D2F36D4826}"/>
              </a:ext>
            </a:extLst>
          </p:cNvPr>
          <p:cNvSpPr/>
          <p:nvPr/>
        </p:nvSpPr>
        <p:spPr>
          <a:xfrm>
            <a:off x="11321160" y="3447192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EE31BC-CCB5-74DC-0BA8-4B4C928BDE0C}"/>
              </a:ext>
            </a:extLst>
          </p:cNvPr>
          <p:cNvSpPr/>
          <p:nvPr/>
        </p:nvSpPr>
        <p:spPr>
          <a:xfrm>
            <a:off x="11320411" y="3885342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801B4059-C732-7D52-C5FA-1EFD7A4E29AC}"/>
              </a:ext>
            </a:extLst>
          </p:cNvPr>
          <p:cNvSpPr txBox="1"/>
          <p:nvPr/>
        </p:nvSpPr>
        <p:spPr>
          <a:xfrm>
            <a:off x="638001" y="1695984"/>
            <a:ext cx="8631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FF0000"/>
                </a:solidFill>
              </a:rPr>
              <a:t>Snapshot</a:t>
            </a:r>
          </a:p>
        </p:txBody>
      </p: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6A60F140-A40D-3908-82B9-281FF71BA6C1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310640" y="1600200"/>
            <a:ext cx="2227232" cy="1069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ZoneTexte 118">
            <a:extLst>
              <a:ext uri="{FF2B5EF4-FFF2-40B4-BE49-F238E27FC236}">
                <a16:creationId xmlns:a16="http://schemas.microsoft.com/office/drawing/2014/main" id="{5B8DADDD-EC61-8D06-74DF-AB1AEF32BD10}"/>
              </a:ext>
            </a:extLst>
          </p:cNvPr>
          <p:cNvSpPr txBox="1"/>
          <p:nvPr/>
        </p:nvSpPr>
        <p:spPr>
          <a:xfrm>
            <a:off x="4625082" y="1553108"/>
            <a:ext cx="23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0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5CB062E3-1034-1236-CBCF-64555F276EC6}"/>
              </a:ext>
            </a:extLst>
          </p:cNvPr>
          <p:cNvSpPr txBox="1"/>
          <p:nvPr/>
        </p:nvSpPr>
        <p:spPr>
          <a:xfrm>
            <a:off x="8701782" y="1553108"/>
            <a:ext cx="23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0</a:t>
            </a:r>
          </a:p>
        </p:txBody>
      </p:sp>
      <p:sp>
        <p:nvSpPr>
          <p:cNvPr id="121" name="Forme libre : forme 120">
            <a:extLst>
              <a:ext uri="{FF2B5EF4-FFF2-40B4-BE49-F238E27FC236}">
                <a16:creationId xmlns:a16="http://schemas.microsoft.com/office/drawing/2014/main" id="{15F69C62-78C1-41A0-AC1A-1332DEF46B4F}"/>
              </a:ext>
            </a:extLst>
          </p:cNvPr>
          <p:cNvSpPr/>
          <p:nvPr/>
        </p:nvSpPr>
        <p:spPr>
          <a:xfrm>
            <a:off x="4588661" y="1831294"/>
            <a:ext cx="608813" cy="4025901"/>
          </a:xfrm>
          <a:custGeom>
            <a:avLst/>
            <a:gdLst>
              <a:gd name="csX0" fmla="*/ 349344 w 557105"/>
              <a:gd name="csY0" fmla="*/ 0 h 3369924"/>
              <a:gd name="csX1" fmla="*/ 482908 w 557105"/>
              <a:gd name="csY1" fmla="*/ 493160 h 3369924"/>
              <a:gd name="csX2" fmla="*/ 544552 w 557105"/>
              <a:gd name="csY2" fmla="*/ 914400 h 3369924"/>
              <a:gd name="csX3" fmla="*/ 236328 w 557105"/>
              <a:gd name="csY3" fmla="*/ 1623317 h 3369924"/>
              <a:gd name="csX4" fmla="*/ 133586 w 557105"/>
              <a:gd name="csY4" fmla="*/ 1921268 h 3369924"/>
              <a:gd name="csX5" fmla="*/ 22 w 557105"/>
              <a:gd name="csY5" fmla="*/ 2630184 h 3369924"/>
              <a:gd name="csX6" fmla="*/ 143860 w 557105"/>
              <a:gd name="csY6" fmla="*/ 3369924 h 3369924"/>
              <a:gd name="csX0" fmla="*/ 349344 w 557105"/>
              <a:gd name="csY0" fmla="*/ 0 h 4227174"/>
              <a:gd name="csX1" fmla="*/ 482908 w 557105"/>
              <a:gd name="csY1" fmla="*/ 493160 h 4227174"/>
              <a:gd name="csX2" fmla="*/ 544552 w 557105"/>
              <a:gd name="csY2" fmla="*/ 914400 h 4227174"/>
              <a:gd name="csX3" fmla="*/ 236328 w 557105"/>
              <a:gd name="csY3" fmla="*/ 1623317 h 4227174"/>
              <a:gd name="csX4" fmla="*/ 133586 w 557105"/>
              <a:gd name="csY4" fmla="*/ 1921268 h 4227174"/>
              <a:gd name="csX5" fmla="*/ 22 w 557105"/>
              <a:gd name="csY5" fmla="*/ 2630184 h 4227174"/>
              <a:gd name="csX6" fmla="*/ 197091 w 557105"/>
              <a:gd name="csY6" fmla="*/ 4227174 h 4227174"/>
              <a:gd name="csX0" fmla="*/ 228099 w 435860"/>
              <a:gd name="csY0" fmla="*/ 0 h 4227174"/>
              <a:gd name="csX1" fmla="*/ 361663 w 435860"/>
              <a:gd name="csY1" fmla="*/ 493160 h 4227174"/>
              <a:gd name="csX2" fmla="*/ 423307 w 435860"/>
              <a:gd name="csY2" fmla="*/ 914400 h 4227174"/>
              <a:gd name="csX3" fmla="*/ 115083 w 435860"/>
              <a:gd name="csY3" fmla="*/ 1623317 h 4227174"/>
              <a:gd name="csX4" fmla="*/ 12341 w 435860"/>
              <a:gd name="csY4" fmla="*/ 1921268 h 4227174"/>
              <a:gd name="csX5" fmla="*/ 2984 w 435860"/>
              <a:gd name="csY5" fmla="*/ 3354084 h 4227174"/>
              <a:gd name="csX6" fmla="*/ 75846 w 435860"/>
              <a:gd name="csY6" fmla="*/ 4227174 h 4227174"/>
              <a:gd name="csX0" fmla="*/ 267066 w 474827"/>
              <a:gd name="csY0" fmla="*/ 0 h 4227174"/>
              <a:gd name="csX1" fmla="*/ 400630 w 474827"/>
              <a:gd name="csY1" fmla="*/ 493160 h 4227174"/>
              <a:gd name="csX2" fmla="*/ 462274 w 474827"/>
              <a:gd name="csY2" fmla="*/ 914400 h 4227174"/>
              <a:gd name="csX3" fmla="*/ 154050 w 474827"/>
              <a:gd name="csY3" fmla="*/ 1623317 h 4227174"/>
              <a:gd name="csX4" fmla="*/ 51308 w 474827"/>
              <a:gd name="csY4" fmla="*/ 1921268 h 4227174"/>
              <a:gd name="csX5" fmla="*/ 41951 w 474827"/>
              <a:gd name="csY5" fmla="*/ 3354084 h 4227174"/>
              <a:gd name="csX6" fmla="*/ 114813 w 474827"/>
              <a:gd name="csY6" fmla="*/ 4227174 h 4227174"/>
              <a:gd name="csX0" fmla="*/ 500865 w 708626"/>
              <a:gd name="csY0" fmla="*/ 0 h 4227174"/>
              <a:gd name="csX1" fmla="*/ 634429 w 708626"/>
              <a:gd name="csY1" fmla="*/ 493160 h 4227174"/>
              <a:gd name="csX2" fmla="*/ 696073 w 708626"/>
              <a:gd name="csY2" fmla="*/ 914400 h 4227174"/>
              <a:gd name="csX3" fmla="*/ 387849 w 708626"/>
              <a:gd name="csY3" fmla="*/ 1623317 h 4227174"/>
              <a:gd name="csX4" fmla="*/ 1208 w 708626"/>
              <a:gd name="csY4" fmla="*/ 2426093 h 4227174"/>
              <a:gd name="csX5" fmla="*/ 275750 w 708626"/>
              <a:gd name="csY5" fmla="*/ 3354084 h 4227174"/>
              <a:gd name="csX6" fmla="*/ 348612 w 708626"/>
              <a:gd name="csY6" fmla="*/ 4227174 h 4227174"/>
              <a:gd name="csX0" fmla="*/ 513346 w 721107"/>
              <a:gd name="csY0" fmla="*/ 0 h 4227174"/>
              <a:gd name="csX1" fmla="*/ 646910 w 721107"/>
              <a:gd name="csY1" fmla="*/ 493160 h 4227174"/>
              <a:gd name="csX2" fmla="*/ 708554 w 721107"/>
              <a:gd name="csY2" fmla="*/ 914400 h 4227174"/>
              <a:gd name="csX3" fmla="*/ 400330 w 721107"/>
              <a:gd name="csY3" fmla="*/ 1623317 h 4227174"/>
              <a:gd name="csX4" fmla="*/ 13689 w 721107"/>
              <a:gd name="csY4" fmla="*/ 2426093 h 4227174"/>
              <a:gd name="csX5" fmla="*/ 288231 w 721107"/>
              <a:gd name="csY5" fmla="*/ 3354084 h 4227174"/>
              <a:gd name="csX6" fmla="*/ 361093 w 721107"/>
              <a:gd name="csY6" fmla="*/ 4227174 h 4227174"/>
              <a:gd name="csX0" fmla="*/ 507577 w 703386"/>
              <a:gd name="csY0" fmla="*/ 0 h 4227174"/>
              <a:gd name="csX1" fmla="*/ 641141 w 703386"/>
              <a:gd name="csY1" fmla="*/ 493160 h 4227174"/>
              <a:gd name="csX2" fmla="*/ 702785 w 703386"/>
              <a:gd name="csY2" fmla="*/ 914400 h 4227174"/>
              <a:gd name="csX3" fmla="*/ 607486 w 703386"/>
              <a:gd name="csY3" fmla="*/ 1480442 h 4227174"/>
              <a:gd name="csX4" fmla="*/ 7920 w 703386"/>
              <a:gd name="csY4" fmla="*/ 2426093 h 4227174"/>
              <a:gd name="csX5" fmla="*/ 282462 w 703386"/>
              <a:gd name="csY5" fmla="*/ 3354084 h 4227174"/>
              <a:gd name="csX6" fmla="*/ 355324 w 703386"/>
              <a:gd name="csY6" fmla="*/ 4227174 h 4227174"/>
              <a:gd name="csX0" fmla="*/ 507575 w 1057729"/>
              <a:gd name="csY0" fmla="*/ 0 h 4227174"/>
              <a:gd name="csX1" fmla="*/ 641139 w 1057729"/>
              <a:gd name="csY1" fmla="*/ 493160 h 4227174"/>
              <a:gd name="csX2" fmla="*/ 1057658 w 1057729"/>
              <a:gd name="csY2" fmla="*/ 619125 h 4227174"/>
              <a:gd name="csX3" fmla="*/ 607484 w 1057729"/>
              <a:gd name="csY3" fmla="*/ 1480442 h 4227174"/>
              <a:gd name="csX4" fmla="*/ 7918 w 1057729"/>
              <a:gd name="csY4" fmla="*/ 2426093 h 4227174"/>
              <a:gd name="csX5" fmla="*/ 282460 w 1057729"/>
              <a:gd name="csY5" fmla="*/ 3354084 h 4227174"/>
              <a:gd name="csX6" fmla="*/ 355322 w 1057729"/>
              <a:gd name="csY6" fmla="*/ 4227174 h 4227174"/>
              <a:gd name="csX0" fmla="*/ 507575 w 1057980"/>
              <a:gd name="csY0" fmla="*/ 0 h 4227174"/>
              <a:gd name="csX1" fmla="*/ 676626 w 1057980"/>
              <a:gd name="csY1" fmla="*/ 312185 h 4227174"/>
              <a:gd name="csX2" fmla="*/ 1057658 w 1057980"/>
              <a:gd name="csY2" fmla="*/ 619125 h 4227174"/>
              <a:gd name="csX3" fmla="*/ 607484 w 1057980"/>
              <a:gd name="csY3" fmla="*/ 1480442 h 4227174"/>
              <a:gd name="csX4" fmla="*/ 7918 w 1057980"/>
              <a:gd name="csY4" fmla="*/ 2426093 h 4227174"/>
              <a:gd name="csX5" fmla="*/ 282460 w 1057980"/>
              <a:gd name="csY5" fmla="*/ 3354084 h 4227174"/>
              <a:gd name="csX6" fmla="*/ 355322 w 1057980"/>
              <a:gd name="csY6" fmla="*/ 4227174 h 4227174"/>
              <a:gd name="csX0" fmla="*/ 1075375 w 1079360"/>
              <a:gd name="csY0" fmla="*/ 0 h 4246224"/>
              <a:gd name="csX1" fmla="*/ 676626 w 1079360"/>
              <a:gd name="csY1" fmla="*/ 331235 h 4246224"/>
              <a:gd name="csX2" fmla="*/ 1057658 w 1079360"/>
              <a:gd name="csY2" fmla="*/ 638175 h 4246224"/>
              <a:gd name="csX3" fmla="*/ 607484 w 1079360"/>
              <a:gd name="csY3" fmla="*/ 1499492 h 4246224"/>
              <a:gd name="csX4" fmla="*/ 7918 w 1079360"/>
              <a:gd name="csY4" fmla="*/ 2445143 h 4246224"/>
              <a:gd name="csX5" fmla="*/ 282460 w 1079360"/>
              <a:gd name="csY5" fmla="*/ 3373134 h 4246224"/>
              <a:gd name="csX6" fmla="*/ 355322 w 1079360"/>
              <a:gd name="csY6" fmla="*/ 4246224 h 4246224"/>
              <a:gd name="csX0" fmla="*/ 1075375 w 1350917"/>
              <a:gd name="csY0" fmla="*/ 0 h 4246224"/>
              <a:gd name="csX1" fmla="*/ 1350889 w 1350917"/>
              <a:gd name="csY1" fmla="*/ 388385 h 4246224"/>
              <a:gd name="csX2" fmla="*/ 1057658 w 1350917"/>
              <a:gd name="csY2" fmla="*/ 638175 h 4246224"/>
              <a:gd name="csX3" fmla="*/ 607484 w 1350917"/>
              <a:gd name="csY3" fmla="*/ 1499492 h 4246224"/>
              <a:gd name="csX4" fmla="*/ 7918 w 1350917"/>
              <a:gd name="csY4" fmla="*/ 2445143 h 4246224"/>
              <a:gd name="csX5" fmla="*/ 282460 w 1350917"/>
              <a:gd name="csY5" fmla="*/ 3373134 h 4246224"/>
              <a:gd name="csX6" fmla="*/ 355322 w 1350917"/>
              <a:gd name="csY6" fmla="*/ 4246224 h 4246224"/>
              <a:gd name="csX0" fmla="*/ 1075375 w 1093020"/>
              <a:gd name="csY0" fmla="*/ 0 h 4246224"/>
              <a:gd name="csX1" fmla="*/ 1049245 w 1093020"/>
              <a:gd name="csY1" fmla="*/ 512210 h 4246224"/>
              <a:gd name="csX2" fmla="*/ 1057658 w 1093020"/>
              <a:gd name="csY2" fmla="*/ 638175 h 4246224"/>
              <a:gd name="csX3" fmla="*/ 607484 w 1093020"/>
              <a:gd name="csY3" fmla="*/ 1499492 h 4246224"/>
              <a:gd name="csX4" fmla="*/ 7918 w 1093020"/>
              <a:gd name="csY4" fmla="*/ 2445143 h 4246224"/>
              <a:gd name="csX5" fmla="*/ 282460 w 1093020"/>
              <a:gd name="csY5" fmla="*/ 3373134 h 4246224"/>
              <a:gd name="csX6" fmla="*/ 355322 w 1093020"/>
              <a:gd name="csY6" fmla="*/ 4246224 h 4246224"/>
              <a:gd name="csX0" fmla="*/ 1075375 w 1117783"/>
              <a:gd name="csY0" fmla="*/ 0 h 4246224"/>
              <a:gd name="csX1" fmla="*/ 1049245 w 1117783"/>
              <a:gd name="csY1" fmla="*/ 512210 h 4246224"/>
              <a:gd name="csX2" fmla="*/ 1093145 w 1117783"/>
              <a:gd name="csY2" fmla="*/ 857250 h 4246224"/>
              <a:gd name="csX3" fmla="*/ 607484 w 1117783"/>
              <a:gd name="csY3" fmla="*/ 1499492 h 4246224"/>
              <a:gd name="csX4" fmla="*/ 7918 w 1117783"/>
              <a:gd name="csY4" fmla="*/ 2445143 h 4246224"/>
              <a:gd name="csX5" fmla="*/ 282460 w 1117783"/>
              <a:gd name="csY5" fmla="*/ 3373134 h 4246224"/>
              <a:gd name="csX6" fmla="*/ 355322 w 1117783"/>
              <a:gd name="csY6" fmla="*/ 4246224 h 4246224"/>
              <a:gd name="csX0" fmla="*/ 1075375 w 1097059"/>
              <a:gd name="csY0" fmla="*/ 0 h 4246224"/>
              <a:gd name="csX1" fmla="*/ 1049245 w 1097059"/>
              <a:gd name="csY1" fmla="*/ 512210 h 4246224"/>
              <a:gd name="csX2" fmla="*/ 915707 w 1097059"/>
              <a:gd name="csY2" fmla="*/ 1095375 h 4246224"/>
              <a:gd name="csX3" fmla="*/ 607484 w 1097059"/>
              <a:gd name="csY3" fmla="*/ 1499492 h 4246224"/>
              <a:gd name="csX4" fmla="*/ 7918 w 1097059"/>
              <a:gd name="csY4" fmla="*/ 2445143 h 4246224"/>
              <a:gd name="csX5" fmla="*/ 282460 w 1097059"/>
              <a:gd name="csY5" fmla="*/ 3373134 h 4246224"/>
              <a:gd name="csX6" fmla="*/ 355322 w 1097059"/>
              <a:gd name="csY6" fmla="*/ 4246224 h 42462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97059" h="4246224">
                <a:moveTo>
                  <a:pt x="1075375" y="0"/>
                </a:moveTo>
                <a:cubicBezTo>
                  <a:pt x="1125889" y="170380"/>
                  <a:pt x="1075856" y="329648"/>
                  <a:pt x="1049245" y="512210"/>
                </a:cubicBezTo>
                <a:cubicBezTo>
                  <a:pt x="1022634" y="694772"/>
                  <a:pt x="989334" y="930828"/>
                  <a:pt x="915707" y="1095375"/>
                </a:cubicBezTo>
                <a:cubicBezTo>
                  <a:pt x="842080" y="1259922"/>
                  <a:pt x="758782" y="1274531"/>
                  <a:pt x="607484" y="1499492"/>
                </a:cubicBezTo>
                <a:cubicBezTo>
                  <a:pt x="456186" y="1724453"/>
                  <a:pt x="62089" y="2132869"/>
                  <a:pt x="7918" y="2445143"/>
                </a:cubicBezTo>
                <a:cubicBezTo>
                  <a:pt x="-46253" y="2757417"/>
                  <a:pt x="192029" y="2950716"/>
                  <a:pt x="282460" y="3373134"/>
                </a:cubicBezTo>
                <a:cubicBezTo>
                  <a:pt x="284172" y="3614577"/>
                  <a:pt x="284259" y="3997075"/>
                  <a:pt x="355322" y="4246224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/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FD0CBA01-BDED-2705-2A42-07BC614260C8}"/>
              </a:ext>
            </a:extLst>
          </p:cNvPr>
          <p:cNvSpPr txBox="1"/>
          <p:nvPr/>
        </p:nvSpPr>
        <p:spPr>
          <a:xfrm>
            <a:off x="3994678" y="4502113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rgbClr val="FF0000"/>
                </a:solidFill>
              </a:rPr>
              <a:t>Vitesse </a:t>
            </a:r>
          </a:p>
          <a:p>
            <a:r>
              <a:rPr lang="fr-FR" sz="1000" dirty="0">
                <a:solidFill>
                  <a:srgbClr val="FF0000"/>
                </a:solidFill>
              </a:rPr>
              <a:t>du courant</a:t>
            </a:r>
          </a:p>
        </p:txBody>
      </p:sp>
      <p:sp>
        <p:nvSpPr>
          <p:cNvPr id="123" name="Forme libre : forme 122">
            <a:extLst>
              <a:ext uri="{FF2B5EF4-FFF2-40B4-BE49-F238E27FC236}">
                <a16:creationId xmlns:a16="http://schemas.microsoft.com/office/drawing/2014/main" id="{C61A26F6-453C-F36A-FFD8-0D18256AEAD6}"/>
              </a:ext>
            </a:extLst>
          </p:cNvPr>
          <p:cNvSpPr/>
          <p:nvPr/>
        </p:nvSpPr>
        <p:spPr>
          <a:xfrm>
            <a:off x="9036887" y="1797974"/>
            <a:ext cx="528353" cy="3339102"/>
          </a:xfrm>
          <a:custGeom>
            <a:avLst/>
            <a:gdLst>
              <a:gd name="csX0" fmla="*/ 622877 w 622877"/>
              <a:gd name="csY0" fmla="*/ 0 h 3455926"/>
              <a:gd name="csX1" fmla="*/ 427668 w 622877"/>
              <a:gd name="csY1" fmla="*/ 544531 h 3455926"/>
              <a:gd name="csX2" fmla="*/ 437943 w 622877"/>
              <a:gd name="csY2" fmla="*/ 1202077 h 3455926"/>
              <a:gd name="csX3" fmla="*/ 273556 w 622877"/>
              <a:gd name="csY3" fmla="*/ 1869897 h 3455926"/>
              <a:gd name="csX4" fmla="*/ 6428 w 622877"/>
              <a:gd name="csY4" fmla="*/ 3359650 h 3455926"/>
              <a:gd name="csX5" fmla="*/ 109170 w 622877"/>
              <a:gd name="csY5" fmla="*/ 3184989 h 3455926"/>
              <a:gd name="csX0" fmla="*/ 528353 w 528353"/>
              <a:gd name="csY0" fmla="*/ 0 h 3227887"/>
              <a:gd name="csX1" fmla="*/ 333144 w 528353"/>
              <a:gd name="csY1" fmla="*/ 544531 h 3227887"/>
              <a:gd name="csX2" fmla="*/ 343419 w 528353"/>
              <a:gd name="csY2" fmla="*/ 1202077 h 3227887"/>
              <a:gd name="csX3" fmla="*/ 179032 w 528353"/>
              <a:gd name="csY3" fmla="*/ 1869897 h 3227887"/>
              <a:gd name="csX4" fmla="*/ 148210 w 528353"/>
              <a:gd name="csY4" fmla="*/ 2630185 h 3227887"/>
              <a:gd name="csX5" fmla="*/ 14646 w 528353"/>
              <a:gd name="csY5" fmla="*/ 3184989 h 3227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28353" h="3227887">
                <a:moveTo>
                  <a:pt x="528353" y="0"/>
                </a:moveTo>
                <a:cubicBezTo>
                  <a:pt x="446159" y="172092"/>
                  <a:pt x="363966" y="344185"/>
                  <a:pt x="333144" y="544531"/>
                </a:cubicBezTo>
                <a:cubicBezTo>
                  <a:pt x="302322" y="744877"/>
                  <a:pt x="369104" y="981183"/>
                  <a:pt x="343419" y="1202077"/>
                </a:cubicBezTo>
                <a:cubicBezTo>
                  <a:pt x="317734" y="1422971"/>
                  <a:pt x="211567" y="1631879"/>
                  <a:pt x="179032" y="1869897"/>
                </a:cubicBezTo>
                <a:cubicBezTo>
                  <a:pt x="146497" y="2107915"/>
                  <a:pt x="175608" y="2411003"/>
                  <a:pt x="148210" y="2630185"/>
                </a:cubicBezTo>
                <a:cubicBezTo>
                  <a:pt x="120812" y="2849367"/>
                  <a:pt x="-50424" y="3381910"/>
                  <a:pt x="14646" y="318498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CE3C1C52-2D5D-4CC4-FD6D-7C8D5149E1CB}"/>
              </a:ext>
            </a:extLst>
          </p:cNvPr>
          <p:cNvSpPr txBox="1"/>
          <p:nvPr/>
        </p:nvSpPr>
        <p:spPr>
          <a:xfrm>
            <a:off x="9117142" y="4469792"/>
            <a:ext cx="692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Tension </a:t>
            </a:r>
          </a:p>
          <a:p>
            <a:r>
              <a:rPr lang="fr-FR" sz="1100" dirty="0">
                <a:solidFill>
                  <a:srgbClr val="FF0000"/>
                </a:solidFill>
              </a:rPr>
              <a:t>câble</a:t>
            </a:r>
          </a:p>
        </p:txBody>
      </p:sp>
      <p:sp>
        <p:nvSpPr>
          <p:cNvPr id="130" name="Forme libre : forme 129">
            <a:extLst>
              <a:ext uri="{FF2B5EF4-FFF2-40B4-BE49-F238E27FC236}">
                <a16:creationId xmlns:a16="http://schemas.microsoft.com/office/drawing/2014/main" id="{23A573E8-AC1A-B3CE-8393-23A32A6CB4E5}"/>
              </a:ext>
            </a:extLst>
          </p:cNvPr>
          <p:cNvSpPr/>
          <p:nvPr/>
        </p:nvSpPr>
        <p:spPr>
          <a:xfrm>
            <a:off x="1774005" y="907301"/>
            <a:ext cx="10164566" cy="5185274"/>
          </a:xfrm>
          <a:custGeom>
            <a:avLst/>
            <a:gdLst>
              <a:gd name="csX0" fmla="*/ 0 w 10191964"/>
              <a:gd name="csY0" fmla="*/ 4705564 h 4705564"/>
              <a:gd name="csX1" fmla="*/ 10274 w 10191964"/>
              <a:gd name="csY1" fmla="*/ 10274 h 4705564"/>
              <a:gd name="csX2" fmla="*/ 986319 w 10191964"/>
              <a:gd name="csY2" fmla="*/ 0 h 4705564"/>
              <a:gd name="csX3" fmla="*/ 986319 w 10191964"/>
              <a:gd name="csY3" fmla="*/ 328773 h 4705564"/>
              <a:gd name="csX4" fmla="*/ 10191964 w 10191964"/>
              <a:gd name="csY4" fmla="*/ 297951 h 4705564"/>
              <a:gd name="csX5" fmla="*/ 10171415 w 10191964"/>
              <a:gd name="csY5" fmla="*/ 4674742 h 4705564"/>
              <a:gd name="csX6" fmla="*/ 51371 w 10191964"/>
              <a:gd name="csY6" fmla="*/ 4695290 h 4705564"/>
              <a:gd name="csX7" fmla="*/ 51371 w 10191964"/>
              <a:gd name="csY7" fmla="*/ 4695290 h 4705564"/>
              <a:gd name="csX8" fmla="*/ 0 w 10191964"/>
              <a:gd name="csY8" fmla="*/ 4705564 h 4705564"/>
              <a:gd name="csX0" fmla="*/ 0 w 10191964"/>
              <a:gd name="csY0" fmla="*/ 4705564 h 4705564"/>
              <a:gd name="csX1" fmla="*/ 10274 w 10191964"/>
              <a:gd name="csY1" fmla="*/ 10274 h 4705564"/>
              <a:gd name="csX2" fmla="*/ 986319 w 10191964"/>
              <a:gd name="csY2" fmla="*/ 0 h 4705564"/>
              <a:gd name="csX3" fmla="*/ 1352429 w 10191964"/>
              <a:gd name="csY3" fmla="*/ 328773 h 4705564"/>
              <a:gd name="csX4" fmla="*/ 10191964 w 10191964"/>
              <a:gd name="csY4" fmla="*/ 297951 h 4705564"/>
              <a:gd name="csX5" fmla="*/ 10171415 w 10191964"/>
              <a:gd name="csY5" fmla="*/ 4674742 h 4705564"/>
              <a:gd name="csX6" fmla="*/ 51371 w 10191964"/>
              <a:gd name="csY6" fmla="*/ 4695290 h 4705564"/>
              <a:gd name="csX7" fmla="*/ 51371 w 10191964"/>
              <a:gd name="csY7" fmla="*/ 4695290 h 4705564"/>
              <a:gd name="csX8" fmla="*/ 0 w 10191964"/>
              <a:gd name="csY8" fmla="*/ 4705564 h 4705564"/>
              <a:gd name="csX0" fmla="*/ 0 w 10191964"/>
              <a:gd name="csY0" fmla="*/ 4702684 h 4702684"/>
              <a:gd name="csX1" fmla="*/ 10274 w 10191964"/>
              <a:gd name="csY1" fmla="*/ 7394 h 4702684"/>
              <a:gd name="csX2" fmla="*/ 1269656 w 10191964"/>
              <a:gd name="csY2" fmla="*/ 0 h 4702684"/>
              <a:gd name="csX3" fmla="*/ 1352429 w 10191964"/>
              <a:gd name="csY3" fmla="*/ 325893 h 4702684"/>
              <a:gd name="csX4" fmla="*/ 10191964 w 10191964"/>
              <a:gd name="csY4" fmla="*/ 295071 h 4702684"/>
              <a:gd name="csX5" fmla="*/ 10171415 w 10191964"/>
              <a:gd name="csY5" fmla="*/ 4671862 h 4702684"/>
              <a:gd name="csX6" fmla="*/ 51371 w 10191964"/>
              <a:gd name="csY6" fmla="*/ 4692410 h 4702684"/>
              <a:gd name="csX7" fmla="*/ 51371 w 10191964"/>
              <a:gd name="csY7" fmla="*/ 4692410 h 4702684"/>
              <a:gd name="csX8" fmla="*/ 0 w 10191964"/>
              <a:gd name="csY8" fmla="*/ 4702684 h 4702684"/>
              <a:gd name="csX0" fmla="*/ 0 w 10191964"/>
              <a:gd name="csY0" fmla="*/ 4702684 h 4702684"/>
              <a:gd name="csX1" fmla="*/ 10274 w 10191964"/>
              <a:gd name="csY1" fmla="*/ 7394 h 4702684"/>
              <a:gd name="csX2" fmla="*/ 1269656 w 10191964"/>
              <a:gd name="csY2" fmla="*/ 0 h 4702684"/>
              <a:gd name="csX3" fmla="*/ 1282390 w 10191964"/>
              <a:gd name="csY3" fmla="*/ 343170 h 4702684"/>
              <a:gd name="csX4" fmla="*/ 10191964 w 10191964"/>
              <a:gd name="csY4" fmla="*/ 295071 h 4702684"/>
              <a:gd name="csX5" fmla="*/ 10171415 w 10191964"/>
              <a:gd name="csY5" fmla="*/ 4671862 h 4702684"/>
              <a:gd name="csX6" fmla="*/ 51371 w 10191964"/>
              <a:gd name="csY6" fmla="*/ 4692410 h 4702684"/>
              <a:gd name="csX7" fmla="*/ 51371 w 10191964"/>
              <a:gd name="csY7" fmla="*/ 4692410 h 4702684"/>
              <a:gd name="csX8" fmla="*/ 0 w 10191964"/>
              <a:gd name="csY8" fmla="*/ 4702684 h 4702684"/>
              <a:gd name="csX0" fmla="*/ 0 w 10191964"/>
              <a:gd name="csY0" fmla="*/ 4702684 h 4702684"/>
              <a:gd name="csX1" fmla="*/ 10274 w 10191964"/>
              <a:gd name="csY1" fmla="*/ 7394 h 4702684"/>
              <a:gd name="csX2" fmla="*/ 1269656 w 10191964"/>
              <a:gd name="csY2" fmla="*/ 0 h 4702684"/>
              <a:gd name="csX3" fmla="*/ 1282390 w 10191964"/>
              <a:gd name="csY3" fmla="*/ 317254 h 4702684"/>
              <a:gd name="csX4" fmla="*/ 10191964 w 10191964"/>
              <a:gd name="csY4" fmla="*/ 295071 h 4702684"/>
              <a:gd name="csX5" fmla="*/ 10171415 w 10191964"/>
              <a:gd name="csY5" fmla="*/ 4671862 h 4702684"/>
              <a:gd name="csX6" fmla="*/ 51371 w 10191964"/>
              <a:gd name="csY6" fmla="*/ 4692410 h 4702684"/>
              <a:gd name="csX7" fmla="*/ 51371 w 10191964"/>
              <a:gd name="csY7" fmla="*/ 4692410 h 4702684"/>
              <a:gd name="csX8" fmla="*/ 0 w 10191964"/>
              <a:gd name="csY8" fmla="*/ 4702684 h 47026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191964" h="4702684">
                <a:moveTo>
                  <a:pt x="0" y="4702684"/>
                </a:moveTo>
                <a:cubicBezTo>
                  <a:pt x="3425" y="3137587"/>
                  <a:pt x="6849" y="1572491"/>
                  <a:pt x="10274" y="7394"/>
                </a:cubicBezTo>
                <a:lnTo>
                  <a:pt x="1269656" y="0"/>
                </a:lnTo>
                <a:lnTo>
                  <a:pt x="1282390" y="317254"/>
                </a:lnTo>
                <a:lnTo>
                  <a:pt x="10191964" y="295071"/>
                </a:lnTo>
                <a:cubicBezTo>
                  <a:pt x="10185114" y="1754001"/>
                  <a:pt x="10178265" y="3212932"/>
                  <a:pt x="10171415" y="4671862"/>
                </a:cubicBezTo>
                <a:lnTo>
                  <a:pt x="51371" y="4692410"/>
                </a:lnTo>
                <a:lnTo>
                  <a:pt x="51371" y="4692410"/>
                </a:lnTo>
                <a:lnTo>
                  <a:pt x="0" y="4702684"/>
                </a:lnTo>
                <a:close/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307FDA5A-014F-604B-0A48-FA2E30A51983}"/>
              </a:ext>
            </a:extLst>
          </p:cNvPr>
          <p:cNvSpPr txBox="1"/>
          <p:nvPr/>
        </p:nvSpPr>
        <p:spPr>
          <a:xfrm>
            <a:off x="1810498" y="904126"/>
            <a:ext cx="125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Simulation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FC65BD2-4525-AAB8-88EC-DC1F0EA39882}"/>
              </a:ext>
            </a:extLst>
          </p:cNvPr>
          <p:cNvSpPr txBox="1"/>
          <p:nvPr/>
        </p:nvSpPr>
        <p:spPr>
          <a:xfrm>
            <a:off x="1825910" y="20762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Onglet Simu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D0F9EDB-17E3-FF13-A24C-E90085963AEC}"/>
              </a:ext>
            </a:extLst>
          </p:cNvPr>
          <p:cNvSpPr txBox="1"/>
          <p:nvPr/>
        </p:nvSpPr>
        <p:spPr>
          <a:xfrm>
            <a:off x="1884174" y="3791055"/>
            <a:ext cx="833145" cy="195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fr-FR" sz="1200" dirty="0" err="1"/>
              <a:t>V_simu</a:t>
            </a:r>
            <a:endParaRPr lang="fr-FR" sz="1200" dirty="0"/>
          </a:p>
          <a:p>
            <a:pPr>
              <a:spcBef>
                <a:spcPts val="1800"/>
              </a:spcBef>
            </a:pPr>
            <a:r>
              <a:rPr lang="fr-FR" sz="1200" dirty="0"/>
              <a:t>V_câble</a:t>
            </a:r>
          </a:p>
          <a:p>
            <a:pPr>
              <a:spcBef>
                <a:spcPts val="1800"/>
              </a:spcBef>
            </a:pPr>
            <a:r>
              <a:rPr lang="fr-FR" sz="1200" dirty="0"/>
              <a:t>V_bateau</a:t>
            </a:r>
          </a:p>
          <a:p>
            <a:pPr>
              <a:spcBef>
                <a:spcPts val="1800"/>
              </a:spcBef>
            </a:pPr>
            <a:r>
              <a:rPr lang="fr-FR" sz="1200" dirty="0" err="1"/>
              <a:t>Fx_ROV</a:t>
            </a:r>
            <a:endParaRPr lang="fr-FR" sz="1200" dirty="0"/>
          </a:p>
          <a:p>
            <a:pPr>
              <a:spcBef>
                <a:spcPts val="1800"/>
              </a:spcBef>
            </a:pPr>
            <a:r>
              <a:rPr lang="fr-FR" sz="1200" dirty="0" err="1"/>
              <a:t>Fy_ROV</a:t>
            </a:r>
            <a:endParaRPr lang="fr-FR" sz="120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AA04FDC-FE91-A582-14D6-D4F89C1C9CC1}"/>
              </a:ext>
            </a:extLst>
          </p:cNvPr>
          <p:cNvSpPr/>
          <p:nvPr/>
        </p:nvSpPr>
        <p:spPr>
          <a:xfrm>
            <a:off x="2460618" y="2630503"/>
            <a:ext cx="410966" cy="4006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riangle isocèle 23">
            <a:extLst>
              <a:ext uri="{FF2B5EF4-FFF2-40B4-BE49-F238E27FC236}">
                <a16:creationId xmlns:a16="http://schemas.microsoft.com/office/drawing/2014/main" id="{9DC9309B-65E4-68D8-5C87-FC26DCEE4B2E}"/>
              </a:ext>
            </a:extLst>
          </p:cNvPr>
          <p:cNvSpPr/>
          <p:nvPr/>
        </p:nvSpPr>
        <p:spPr>
          <a:xfrm rot="5400000">
            <a:off x="2542811" y="2681874"/>
            <a:ext cx="339047" cy="287677"/>
          </a:xfrm>
          <a:prstGeom prst="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4AAAA75-CFC1-ED7E-06A1-051A20BE7262}"/>
              </a:ext>
            </a:extLst>
          </p:cNvPr>
          <p:cNvSpPr txBox="1"/>
          <p:nvPr/>
        </p:nvSpPr>
        <p:spPr>
          <a:xfrm>
            <a:off x="236802" y="2192396"/>
            <a:ext cx="9252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FF0000"/>
                </a:solidFill>
              </a:rPr>
              <a:t>Run/pause simulation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DD38769-0D35-7A10-AF54-6018219D6927}"/>
              </a:ext>
            </a:extLst>
          </p:cNvPr>
          <p:cNvSpPr txBox="1"/>
          <p:nvPr/>
        </p:nvSpPr>
        <p:spPr>
          <a:xfrm>
            <a:off x="0" y="4950484"/>
            <a:ext cx="12344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force de traction horizontale des hélices du ROV (N)</a:t>
            </a:r>
            <a:endParaRPr lang="fr-FR" sz="900" dirty="0">
              <a:solidFill>
                <a:srgbClr val="FF0000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8198701-8421-5FF3-9E3A-37AC5788062B}"/>
              </a:ext>
            </a:extLst>
          </p:cNvPr>
          <p:cNvSpPr txBox="1"/>
          <p:nvPr/>
        </p:nvSpPr>
        <p:spPr>
          <a:xfrm>
            <a:off x="13335" y="5363869"/>
            <a:ext cx="12344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force de traction verticale des hélices du ROV (N)</a:t>
            </a:r>
            <a:endParaRPr lang="fr-FR" sz="900" dirty="0">
              <a:solidFill>
                <a:srgbClr val="FF0000"/>
              </a:solidFill>
            </a:endParaRP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B7BC88EF-FD59-8684-0AC8-03E056337A63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051560" y="2234565"/>
            <a:ext cx="1469243" cy="454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7A4F238C-5063-2B69-456D-AA968FC60D9E}"/>
              </a:ext>
            </a:extLst>
          </p:cNvPr>
          <p:cNvCxnSpPr>
            <a:cxnSpLocks/>
          </p:cNvCxnSpPr>
          <p:nvPr/>
        </p:nvCxnSpPr>
        <p:spPr>
          <a:xfrm>
            <a:off x="1196108" y="3923364"/>
            <a:ext cx="7355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596B278D-EFA9-D90C-FB2B-C33A2383736E}"/>
              </a:ext>
            </a:extLst>
          </p:cNvPr>
          <p:cNvCxnSpPr>
            <a:cxnSpLocks/>
          </p:cNvCxnSpPr>
          <p:nvPr/>
        </p:nvCxnSpPr>
        <p:spPr>
          <a:xfrm>
            <a:off x="1205633" y="4351989"/>
            <a:ext cx="7355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FD32BF39-F75C-E815-31BC-9A07F64EF302}"/>
              </a:ext>
            </a:extLst>
          </p:cNvPr>
          <p:cNvCxnSpPr>
            <a:cxnSpLocks/>
          </p:cNvCxnSpPr>
          <p:nvPr/>
        </p:nvCxnSpPr>
        <p:spPr>
          <a:xfrm>
            <a:off x="1186583" y="4761564"/>
            <a:ext cx="7355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79C646C-F62D-4867-ACC3-B90AB0F3C34C}"/>
              </a:ext>
            </a:extLst>
          </p:cNvPr>
          <p:cNvCxnSpPr>
            <a:cxnSpLocks/>
          </p:cNvCxnSpPr>
          <p:nvPr/>
        </p:nvCxnSpPr>
        <p:spPr>
          <a:xfrm>
            <a:off x="1196108" y="5190189"/>
            <a:ext cx="7355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E91BB7F7-270A-ECBB-9D60-478E4652E74D}"/>
              </a:ext>
            </a:extLst>
          </p:cNvPr>
          <p:cNvCxnSpPr>
            <a:cxnSpLocks/>
          </p:cNvCxnSpPr>
          <p:nvPr/>
        </p:nvCxnSpPr>
        <p:spPr>
          <a:xfrm>
            <a:off x="1234208" y="5580714"/>
            <a:ext cx="7355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Ellipse 101">
            <a:extLst>
              <a:ext uri="{FF2B5EF4-FFF2-40B4-BE49-F238E27FC236}">
                <a16:creationId xmlns:a16="http://schemas.microsoft.com/office/drawing/2014/main" id="{B1EE94DB-A313-C8F9-FB06-18B9E08DDD30}"/>
              </a:ext>
            </a:extLst>
          </p:cNvPr>
          <p:cNvSpPr/>
          <p:nvPr/>
        </p:nvSpPr>
        <p:spPr>
          <a:xfrm>
            <a:off x="3477687" y="2611453"/>
            <a:ext cx="410966" cy="4006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72E2AB96-E789-1988-5276-A1E70C80A4E3}"/>
              </a:ext>
            </a:extLst>
          </p:cNvPr>
          <p:cNvGrpSpPr/>
          <p:nvPr/>
        </p:nvGrpSpPr>
        <p:grpSpPr>
          <a:xfrm>
            <a:off x="3549968" y="2665318"/>
            <a:ext cx="257175" cy="247649"/>
            <a:chOff x="1109662" y="809625"/>
            <a:chExt cx="433387" cy="390525"/>
          </a:xfrm>
        </p:grpSpPr>
        <p:sp>
          <p:nvSpPr>
            <p:cNvPr id="103" name="Rectangle : coins arrondis 102">
              <a:extLst>
                <a:ext uri="{FF2B5EF4-FFF2-40B4-BE49-F238E27FC236}">
                  <a16:creationId xmlns:a16="http://schemas.microsoft.com/office/drawing/2014/main" id="{436D00FF-4731-470A-F1C0-9095EEE39486}"/>
                </a:ext>
              </a:extLst>
            </p:cNvPr>
            <p:cNvSpPr/>
            <p:nvPr/>
          </p:nvSpPr>
          <p:spPr>
            <a:xfrm>
              <a:off x="1109662" y="885825"/>
              <a:ext cx="433387" cy="31432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3B7D018A-3F95-DEEC-782D-4104E2268470}"/>
                </a:ext>
              </a:extLst>
            </p:cNvPr>
            <p:cNvSpPr/>
            <p:nvPr/>
          </p:nvSpPr>
          <p:spPr>
            <a:xfrm>
              <a:off x="1209678" y="919163"/>
              <a:ext cx="233363" cy="2428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6543F79-89C3-0E34-7A8D-07108340F121}"/>
                </a:ext>
              </a:extLst>
            </p:cNvPr>
            <p:cNvSpPr/>
            <p:nvPr/>
          </p:nvSpPr>
          <p:spPr>
            <a:xfrm>
              <a:off x="1385887" y="809625"/>
              <a:ext cx="95250" cy="762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EC2D6654-7148-7B92-4516-170FE7E6415D}"/>
              </a:ext>
            </a:extLst>
          </p:cNvPr>
          <p:cNvSpPr txBox="1"/>
          <p:nvPr/>
        </p:nvSpPr>
        <p:spPr>
          <a:xfrm>
            <a:off x="2183169" y="1305225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Commandes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DC1BB32-5E99-37C6-0B8C-C369E50413CB}"/>
              </a:ext>
            </a:extLst>
          </p:cNvPr>
          <p:cNvSpPr txBox="1"/>
          <p:nvPr/>
        </p:nvSpPr>
        <p:spPr>
          <a:xfrm>
            <a:off x="4262059" y="1282558"/>
            <a:ext cx="940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Courant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5A3FDC1-A0A6-84B3-B111-A0A070A8C3F5}"/>
              </a:ext>
            </a:extLst>
          </p:cNvPr>
          <p:cNvSpPr txBox="1"/>
          <p:nvPr/>
        </p:nvSpPr>
        <p:spPr>
          <a:xfrm>
            <a:off x="6459016" y="1280846"/>
            <a:ext cx="1243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Profil câble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BB45494-FADF-7AC8-D3D8-A97C584D246D}"/>
              </a:ext>
            </a:extLst>
          </p:cNvPr>
          <p:cNvSpPr txBox="1"/>
          <p:nvPr/>
        </p:nvSpPr>
        <p:spPr>
          <a:xfrm>
            <a:off x="8840904" y="1299684"/>
            <a:ext cx="900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Tension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348DBAF-AF53-1B25-95CD-866FBA1C0087}"/>
              </a:ext>
            </a:extLst>
          </p:cNvPr>
          <p:cNvSpPr txBox="1"/>
          <p:nvPr/>
        </p:nvSpPr>
        <p:spPr>
          <a:xfrm>
            <a:off x="10431686" y="1297972"/>
            <a:ext cx="10531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Synthèse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70800EB-3415-956C-8625-4D750D1DE018}"/>
              </a:ext>
            </a:extLst>
          </p:cNvPr>
          <p:cNvSpPr txBox="1"/>
          <p:nvPr/>
        </p:nvSpPr>
        <p:spPr>
          <a:xfrm>
            <a:off x="1940617" y="1720427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fr-FR" sz="1200" dirty="0"/>
              <a:t>Mission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994E440-2A10-0DE8-80AC-18342245DE31}"/>
              </a:ext>
            </a:extLst>
          </p:cNvPr>
          <p:cNvSpPr/>
          <p:nvPr/>
        </p:nvSpPr>
        <p:spPr>
          <a:xfrm>
            <a:off x="2664860" y="1759664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806BD718-26FD-4985-41E2-C49F4F9999E8}"/>
              </a:ext>
            </a:extLst>
          </p:cNvPr>
          <p:cNvSpPr txBox="1"/>
          <p:nvPr/>
        </p:nvSpPr>
        <p:spPr>
          <a:xfrm>
            <a:off x="1921353" y="2037213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fr-FR" sz="1200" dirty="0"/>
              <a:t>Chemin :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C5D4F7-A8BE-173B-70A6-89A2F6B3C5E5}"/>
              </a:ext>
            </a:extLst>
          </p:cNvPr>
          <p:cNvSpPr/>
          <p:nvPr/>
        </p:nvSpPr>
        <p:spPr>
          <a:xfrm>
            <a:off x="2663897" y="2085974"/>
            <a:ext cx="1212778" cy="1739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6659252B-AECE-0C09-B4F5-D4D9EC000DA3}"/>
              </a:ext>
            </a:extLst>
          </p:cNvPr>
          <p:cNvSpPr txBox="1"/>
          <p:nvPr/>
        </p:nvSpPr>
        <p:spPr>
          <a:xfrm>
            <a:off x="177267" y="1331825"/>
            <a:ext cx="13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Pilot/Auto/Replay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9A28EB9F-10BF-F670-BA02-448E69255C97}"/>
              </a:ext>
            </a:extLst>
          </p:cNvPr>
          <p:cNvSpPr/>
          <p:nvPr/>
        </p:nvSpPr>
        <p:spPr>
          <a:xfrm>
            <a:off x="1934838" y="2640028"/>
            <a:ext cx="410966" cy="4006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B9A0B1C5-6042-7B06-6BF3-D337BFD3B970}"/>
              </a:ext>
            </a:extLst>
          </p:cNvPr>
          <p:cNvGrpSpPr/>
          <p:nvPr/>
        </p:nvGrpSpPr>
        <p:grpSpPr>
          <a:xfrm>
            <a:off x="1940719" y="2732389"/>
            <a:ext cx="338141" cy="231791"/>
            <a:chOff x="927155" y="3502009"/>
            <a:chExt cx="556651" cy="339047"/>
          </a:xfrm>
        </p:grpSpPr>
        <p:sp>
          <p:nvSpPr>
            <p:cNvPr id="84" name="Triangle isocèle 83">
              <a:extLst>
                <a:ext uri="{FF2B5EF4-FFF2-40B4-BE49-F238E27FC236}">
                  <a16:creationId xmlns:a16="http://schemas.microsoft.com/office/drawing/2014/main" id="{95E06BE5-A938-9C84-5BD4-1BA2FA52A39E}"/>
                </a:ext>
              </a:extLst>
            </p:cNvPr>
            <p:cNvSpPr/>
            <p:nvPr/>
          </p:nvSpPr>
          <p:spPr>
            <a:xfrm rot="16200000">
              <a:off x="1170444" y="3527694"/>
              <a:ext cx="339047" cy="287677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Triangle isocèle 84">
              <a:extLst>
                <a:ext uri="{FF2B5EF4-FFF2-40B4-BE49-F238E27FC236}">
                  <a16:creationId xmlns:a16="http://schemas.microsoft.com/office/drawing/2014/main" id="{ADF75726-9E89-CA0D-451A-8AE882ADB50A}"/>
                </a:ext>
              </a:extLst>
            </p:cNvPr>
            <p:cNvSpPr/>
            <p:nvPr/>
          </p:nvSpPr>
          <p:spPr>
            <a:xfrm rot="16200000">
              <a:off x="901470" y="3527694"/>
              <a:ext cx="339047" cy="287677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51BC16BA-C4CB-5F5D-43BB-B802A8CF88DF}"/>
              </a:ext>
            </a:extLst>
          </p:cNvPr>
          <p:cNvSpPr txBox="1"/>
          <p:nvPr/>
        </p:nvSpPr>
        <p:spPr>
          <a:xfrm>
            <a:off x="573987" y="2651501"/>
            <a:ext cx="8204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FF0000"/>
                </a:solidFill>
              </a:rPr>
              <a:t>Restart</a:t>
            </a:r>
          </a:p>
        </p:txBody>
      </p: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F3AC4245-CE7B-DFA9-9F19-2EE9980E7BE7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1143000" y="2745105"/>
            <a:ext cx="791838" cy="95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00562045-A84B-EAB1-C526-CFD7794F056B}"/>
              </a:ext>
            </a:extLst>
          </p:cNvPr>
          <p:cNvGrpSpPr/>
          <p:nvPr/>
        </p:nvGrpSpPr>
        <p:grpSpPr>
          <a:xfrm>
            <a:off x="3419110" y="1694384"/>
            <a:ext cx="508474" cy="307777"/>
            <a:chOff x="6272743" y="1171272"/>
            <a:chExt cx="971789" cy="520649"/>
          </a:xfrm>
        </p:grpSpPr>
        <p:sp>
          <p:nvSpPr>
            <p:cNvPr id="149" name="Rectangle : coins arrondis 148">
              <a:extLst>
                <a:ext uri="{FF2B5EF4-FFF2-40B4-BE49-F238E27FC236}">
                  <a16:creationId xmlns:a16="http://schemas.microsoft.com/office/drawing/2014/main" id="{C91FA75C-EA42-8239-4649-7906624BFFAA}"/>
                </a:ext>
              </a:extLst>
            </p:cNvPr>
            <p:cNvSpPr/>
            <p:nvPr/>
          </p:nvSpPr>
          <p:spPr>
            <a:xfrm>
              <a:off x="6428197" y="1229475"/>
              <a:ext cx="677453" cy="4006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 b="1"/>
            </a:p>
          </p:txBody>
        </p:sp>
        <p:sp>
          <p:nvSpPr>
            <p:cNvPr id="150" name="ZoneTexte 149">
              <a:extLst>
                <a:ext uri="{FF2B5EF4-FFF2-40B4-BE49-F238E27FC236}">
                  <a16:creationId xmlns:a16="http://schemas.microsoft.com/office/drawing/2014/main" id="{27633B8C-952D-8266-3A33-044044FDABD5}"/>
                </a:ext>
              </a:extLst>
            </p:cNvPr>
            <p:cNvSpPr txBox="1"/>
            <p:nvPr/>
          </p:nvSpPr>
          <p:spPr>
            <a:xfrm>
              <a:off x="6272743" y="1171272"/>
              <a:ext cx="971789" cy="52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b="1" dirty="0"/>
                <a:t>Set</a:t>
              </a:r>
            </a:p>
            <a:p>
              <a:pPr algn="ctr"/>
              <a:r>
                <a:rPr lang="fr-FR" sz="700" b="1" dirty="0"/>
                <a:t>mission</a:t>
              </a:r>
            </a:p>
          </p:txBody>
        </p:sp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5A7FBAA-4723-C23D-8090-446684D0A811}"/>
              </a:ext>
            </a:extLst>
          </p:cNvPr>
          <p:cNvSpPr/>
          <p:nvPr/>
        </p:nvSpPr>
        <p:spPr>
          <a:xfrm>
            <a:off x="11320411" y="4247292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CCD772F-598E-9523-275F-AF3A64371EE7}"/>
              </a:ext>
            </a:extLst>
          </p:cNvPr>
          <p:cNvSpPr/>
          <p:nvPr/>
        </p:nvSpPr>
        <p:spPr>
          <a:xfrm>
            <a:off x="11329936" y="4675917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6AB52F4-CBED-DF91-5370-2416B3299715}"/>
              </a:ext>
            </a:extLst>
          </p:cNvPr>
          <p:cNvSpPr/>
          <p:nvPr/>
        </p:nvSpPr>
        <p:spPr>
          <a:xfrm>
            <a:off x="11329936" y="5056917"/>
            <a:ext cx="495618" cy="206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086B25A-A065-3E56-3809-EBD06AD747AA}"/>
              </a:ext>
            </a:extLst>
          </p:cNvPr>
          <p:cNvSpPr/>
          <p:nvPr/>
        </p:nvSpPr>
        <p:spPr>
          <a:xfrm>
            <a:off x="2702960" y="3820874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8" name="Groupe 157">
            <a:extLst>
              <a:ext uri="{FF2B5EF4-FFF2-40B4-BE49-F238E27FC236}">
                <a16:creationId xmlns:a16="http://schemas.microsoft.com/office/drawing/2014/main" id="{4B6D0CE9-D8E3-7FEA-DCD8-AA2536778B58}"/>
              </a:ext>
            </a:extLst>
          </p:cNvPr>
          <p:cNvGrpSpPr/>
          <p:nvPr/>
        </p:nvGrpSpPr>
        <p:grpSpPr>
          <a:xfrm>
            <a:off x="3457210" y="3755594"/>
            <a:ext cx="508474" cy="307777"/>
            <a:chOff x="6272743" y="1171272"/>
            <a:chExt cx="971789" cy="520649"/>
          </a:xfrm>
        </p:grpSpPr>
        <p:sp>
          <p:nvSpPr>
            <p:cNvPr id="159" name="Rectangle : coins arrondis 158">
              <a:extLst>
                <a:ext uri="{FF2B5EF4-FFF2-40B4-BE49-F238E27FC236}">
                  <a16:creationId xmlns:a16="http://schemas.microsoft.com/office/drawing/2014/main" id="{018AC95C-9023-A249-D892-67D89AADDC10}"/>
                </a:ext>
              </a:extLst>
            </p:cNvPr>
            <p:cNvSpPr/>
            <p:nvPr/>
          </p:nvSpPr>
          <p:spPr>
            <a:xfrm>
              <a:off x="6428197" y="1229475"/>
              <a:ext cx="677453" cy="4006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 b="1"/>
            </a:p>
          </p:txBody>
        </p:sp>
        <p:sp>
          <p:nvSpPr>
            <p:cNvPr id="160" name="ZoneTexte 159">
              <a:extLst>
                <a:ext uri="{FF2B5EF4-FFF2-40B4-BE49-F238E27FC236}">
                  <a16:creationId xmlns:a16="http://schemas.microsoft.com/office/drawing/2014/main" id="{B653D541-8D29-0068-7354-336A527E312E}"/>
                </a:ext>
              </a:extLst>
            </p:cNvPr>
            <p:cNvSpPr txBox="1"/>
            <p:nvPr/>
          </p:nvSpPr>
          <p:spPr>
            <a:xfrm>
              <a:off x="6272743" y="1171272"/>
              <a:ext cx="971789" cy="52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b="1" dirty="0"/>
                <a:t>Set</a:t>
              </a:r>
            </a:p>
            <a:p>
              <a:pPr algn="ctr"/>
              <a:r>
                <a:rPr lang="fr-FR" sz="700" b="1" dirty="0"/>
                <a:t>mission</a:t>
              </a:r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BCFF24A-2621-32D0-A187-D0DB3E11EF47}"/>
              </a:ext>
            </a:extLst>
          </p:cNvPr>
          <p:cNvSpPr/>
          <p:nvPr/>
        </p:nvSpPr>
        <p:spPr>
          <a:xfrm>
            <a:off x="2693435" y="4220924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62" name="Groupe 161">
            <a:extLst>
              <a:ext uri="{FF2B5EF4-FFF2-40B4-BE49-F238E27FC236}">
                <a16:creationId xmlns:a16="http://schemas.microsoft.com/office/drawing/2014/main" id="{B94C8E4C-0E15-D81B-A0EB-AC15E72F00C8}"/>
              </a:ext>
            </a:extLst>
          </p:cNvPr>
          <p:cNvGrpSpPr/>
          <p:nvPr/>
        </p:nvGrpSpPr>
        <p:grpSpPr>
          <a:xfrm>
            <a:off x="3447685" y="4155644"/>
            <a:ext cx="508474" cy="307777"/>
            <a:chOff x="6272743" y="1171272"/>
            <a:chExt cx="971789" cy="520649"/>
          </a:xfrm>
        </p:grpSpPr>
        <p:sp>
          <p:nvSpPr>
            <p:cNvPr id="163" name="Rectangle : coins arrondis 162">
              <a:extLst>
                <a:ext uri="{FF2B5EF4-FFF2-40B4-BE49-F238E27FC236}">
                  <a16:creationId xmlns:a16="http://schemas.microsoft.com/office/drawing/2014/main" id="{99876E32-29A4-0187-32ED-2BFF5AC72DCB}"/>
                </a:ext>
              </a:extLst>
            </p:cNvPr>
            <p:cNvSpPr/>
            <p:nvPr/>
          </p:nvSpPr>
          <p:spPr>
            <a:xfrm>
              <a:off x="6428197" y="1229475"/>
              <a:ext cx="677453" cy="4006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 b="1"/>
            </a:p>
          </p:txBody>
        </p:sp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6E6E9555-8F8A-9463-D369-BCD67D6CBF7F}"/>
                </a:ext>
              </a:extLst>
            </p:cNvPr>
            <p:cNvSpPr txBox="1"/>
            <p:nvPr/>
          </p:nvSpPr>
          <p:spPr>
            <a:xfrm>
              <a:off x="6272743" y="1171272"/>
              <a:ext cx="971789" cy="52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b="1" dirty="0"/>
                <a:t>Set</a:t>
              </a:r>
            </a:p>
            <a:p>
              <a:pPr algn="ctr"/>
              <a:r>
                <a:rPr lang="fr-FR" sz="700" b="1" dirty="0"/>
                <a:t>mission</a:t>
              </a:r>
            </a:p>
          </p:txBody>
        </p:sp>
      </p:grp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4EF8320-3846-B6A7-2F05-1F38030EBBF7}"/>
              </a:ext>
            </a:extLst>
          </p:cNvPr>
          <p:cNvSpPr/>
          <p:nvPr/>
        </p:nvSpPr>
        <p:spPr>
          <a:xfrm>
            <a:off x="2702960" y="4640024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66" name="Groupe 165">
            <a:extLst>
              <a:ext uri="{FF2B5EF4-FFF2-40B4-BE49-F238E27FC236}">
                <a16:creationId xmlns:a16="http://schemas.microsoft.com/office/drawing/2014/main" id="{3CFE6BBB-6E88-B206-82A3-B62289BEC08F}"/>
              </a:ext>
            </a:extLst>
          </p:cNvPr>
          <p:cNvGrpSpPr/>
          <p:nvPr/>
        </p:nvGrpSpPr>
        <p:grpSpPr>
          <a:xfrm>
            <a:off x="3457210" y="4574744"/>
            <a:ext cx="508474" cy="307777"/>
            <a:chOff x="6272743" y="1171272"/>
            <a:chExt cx="971789" cy="520649"/>
          </a:xfrm>
        </p:grpSpPr>
        <p:sp>
          <p:nvSpPr>
            <p:cNvPr id="167" name="Rectangle : coins arrondis 166">
              <a:extLst>
                <a:ext uri="{FF2B5EF4-FFF2-40B4-BE49-F238E27FC236}">
                  <a16:creationId xmlns:a16="http://schemas.microsoft.com/office/drawing/2014/main" id="{69903024-4F2B-127C-69C1-7F4F17BA2E36}"/>
                </a:ext>
              </a:extLst>
            </p:cNvPr>
            <p:cNvSpPr/>
            <p:nvPr/>
          </p:nvSpPr>
          <p:spPr>
            <a:xfrm>
              <a:off x="6428197" y="1229475"/>
              <a:ext cx="677453" cy="4006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 b="1"/>
            </a:p>
          </p:txBody>
        </p:sp>
        <p:sp>
          <p:nvSpPr>
            <p:cNvPr id="168" name="ZoneTexte 167">
              <a:extLst>
                <a:ext uri="{FF2B5EF4-FFF2-40B4-BE49-F238E27FC236}">
                  <a16:creationId xmlns:a16="http://schemas.microsoft.com/office/drawing/2014/main" id="{F4BCDB41-4D91-6152-C146-9AB98253CCC6}"/>
                </a:ext>
              </a:extLst>
            </p:cNvPr>
            <p:cNvSpPr txBox="1"/>
            <p:nvPr/>
          </p:nvSpPr>
          <p:spPr>
            <a:xfrm>
              <a:off x="6272743" y="1171272"/>
              <a:ext cx="971789" cy="52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b="1" dirty="0"/>
                <a:t>Set</a:t>
              </a:r>
            </a:p>
            <a:p>
              <a:pPr algn="ctr"/>
              <a:r>
                <a:rPr lang="fr-FR" sz="700" b="1" dirty="0"/>
                <a:t>mission</a:t>
              </a:r>
            </a:p>
          </p:txBody>
        </p:sp>
      </p:grp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D9AD378-5B75-A9F9-1455-8A34B3D2DECC}"/>
              </a:ext>
            </a:extLst>
          </p:cNvPr>
          <p:cNvSpPr/>
          <p:nvPr/>
        </p:nvSpPr>
        <p:spPr>
          <a:xfrm>
            <a:off x="2693435" y="5049599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22D559A4-0AC5-0DBA-F35F-3C5BC1C41651}"/>
              </a:ext>
            </a:extLst>
          </p:cNvPr>
          <p:cNvGrpSpPr/>
          <p:nvPr/>
        </p:nvGrpSpPr>
        <p:grpSpPr>
          <a:xfrm>
            <a:off x="3447685" y="4984319"/>
            <a:ext cx="508474" cy="307777"/>
            <a:chOff x="6272743" y="1171272"/>
            <a:chExt cx="971789" cy="520649"/>
          </a:xfrm>
        </p:grpSpPr>
        <p:sp>
          <p:nvSpPr>
            <p:cNvPr id="171" name="Rectangle : coins arrondis 170">
              <a:extLst>
                <a:ext uri="{FF2B5EF4-FFF2-40B4-BE49-F238E27FC236}">
                  <a16:creationId xmlns:a16="http://schemas.microsoft.com/office/drawing/2014/main" id="{042145E0-30F8-90F1-510B-1DDCD4712241}"/>
                </a:ext>
              </a:extLst>
            </p:cNvPr>
            <p:cNvSpPr/>
            <p:nvPr/>
          </p:nvSpPr>
          <p:spPr>
            <a:xfrm>
              <a:off x="6428197" y="1229475"/>
              <a:ext cx="677453" cy="4006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 b="1"/>
            </a:p>
          </p:txBody>
        </p:sp>
        <p:sp>
          <p:nvSpPr>
            <p:cNvPr id="172" name="ZoneTexte 171">
              <a:extLst>
                <a:ext uri="{FF2B5EF4-FFF2-40B4-BE49-F238E27FC236}">
                  <a16:creationId xmlns:a16="http://schemas.microsoft.com/office/drawing/2014/main" id="{13299DB1-0B8C-D7E6-CB11-50E87BB2F753}"/>
                </a:ext>
              </a:extLst>
            </p:cNvPr>
            <p:cNvSpPr txBox="1"/>
            <p:nvPr/>
          </p:nvSpPr>
          <p:spPr>
            <a:xfrm>
              <a:off x="6272743" y="1171272"/>
              <a:ext cx="971789" cy="52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b="1" dirty="0"/>
                <a:t>Set</a:t>
              </a:r>
            </a:p>
            <a:p>
              <a:pPr algn="ctr"/>
              <a:r>
                <a:rPr lang="fr-FR" sz="700" b="1" dirty="0"/>
                <a:t>mission</a:t>
              </a:r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7880670-B98A-68BA-34E4-96FB65BBC8DB}"/>
              </a:ext>
            </a:extLst>
          </p:cNvPr>
          <p:cNvSpPr/>
          <p:nvPr/>
        </p:nvSpPr>
        <p:spPr>
          <a:xfrm>
            <a:off x="2712485" y="5468699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4" name="Groupe 173">
            <a:extLst>
              <a:ext uri="{FF2B5EF4-FFF2-40B4-BE49-F238E27FC236}">
                <a16:creationId xmlns:a16="http://schemas.microsoft.com/office/drawing/2014/main" id="{4DECE1B4-BB67-3303-4961-0610A4D40800}"/>
              </a:ext>
            </a:extLst>
          </p:cNvPr>
          <p:cNvGrpSpPr/>
          <p:nvPr/>
        </p:nvGrpSpPr>
        <p:grpSpPr>
          <a:xfrm>
            <a:off x="3466735" y="5403419"/>
            <a:ext cx="508474" cy="307777"/>
            <a:chOff x="6272743" y="1171272"/>
            <a:chExt cx="971789" cy="520649"/>
          </a:xfrm>
        </p:grpSpPr>
        <p:sp>
          <p:nvSpPr>
            <p:cNvPr id="175" name="Rectangle : coins arrondis 174">
              <a:extLst>
                <a:ext uri="{FF2B5EF4-FFF2-40B4-BE49-F238E27FC236}">
                  <a16:creationId xmlns:a16="http://schemas.microsoft.com/office/drawing/2014/main" id="{B253A8B2-E8EF-4E20-58B3-9057BA46C854}"/>
                </a:ext>
              </a:extLst>
            </p:cNvPr>
            <p:cNvSpPr/>
            <p:nvPr/>
          </p:nvSpPr>
          <p:spPr>
            <a:xfrm>
              <a:off x="6428197" y="1229475"/>
              <a:ext cx="677453" cy="40069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 b="1"/>
            </a:p>
          </p:txBody>
        </p:sp>
        <p:sp>
          <p:nvSpPr>
            <p:cNvPr id="176" name="ZoneTexte 175">
              <a:extLst>
                <a:ext uri="{FF2B5EF4-FFF2-40B4-BE49-F238E27FC236}">
                  <a16:creationId xmlns:a16="http://schemas.microsoft.com/office/drawing/2014/main" id="{DF734F5E-C885-BDCA-7ADE-11155B71F95C}"/>
                </a:ext>
              </a:extLst>
            </p:cNvPr>
            <p:cNvSpPr txBox="1"/>
            <p:nvPr/>
          </p:nvSpPr>
          <p:spPr>
            <a:xfrm>
              <a:off x="6272743" y="1171272"/>
              <a:ext cx="971789" cy="520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b="1" dirty="0"/>
                <a:t>Set</a:t>
              </a:r>
            </a:p>
            <a:p>
              <a:pPr algn="ctr"/>
              <a:r>
                <a:rPr lang="fr-FR" sz="700" b="1" dirty="0"/>
                <a:t>mission</a:t>
              </a:r>
            </a:p>
          </p:txBody>
        </p:sp>
      </p:grpSp>
      <p:sp>
        <p:nvSpPr>
          <p:cNvPr id="177" name="ZoneTexte 176">
            <a:extLst>
              <a:ext uri="{FF2B5EF4-FFF2-40B4-BE49-F238E27FC236}">
                <a16:creationId xmlns:a16="http://schemas.microsoft.com/office/drawing/2014/main" id="{35DE4AA7-E0EE-A2C5-A8EF-560BEC784B73}"/>
              </a:ext>
            </a:extLst>
          </p:cNvPr>
          <p:cNvSpPr txBox="1"/>
          <p:nvPr/>
        </p:nvSpPr>
        <p:spPr>
          <a:xfrm>
            <a:off x="2382641" y="321955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fr-FR" sz="1200" dirty="0"/>
              <a:t>t :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3F2CA24-5D48-B382-2867-994B424DFF9E}"/>
              </a:ext>
            </a:extLst>
          </p:cNvPr>
          <p:cNvSpPr/>
          <p:nvPr/>
        </p:nvSpPr>
        <p:spPr>
          <a:xfrm>
            <a:off x="2702960" y="3249374"/>
            <a:ext cx="784153" cy="1834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8D155566-055C-778A-1996-557F7E69B417}"/>
              </a:ext>
            </a:extLst>
          </p:cNvPr>
          <p:cNvSpPr/>
          <p:nvPr/>
        </p:nvSpPr>
        <p:spPr>
          <a:xfrm>
            <a:off x="1914525" y="3575685"/>
            <a:ext cx="1952625" cy="4571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E211DBC-1B84-731A-9EEF-27E75527200E}"/>
              </a:ext>
            </a:extLst>
          </p:cNvPr>
          <p:cNvSpPr/>
          <p:nvPr/>
        </p:nvSpPr>
        <p:spPr>
          <a:xfrm>
            <a:off x="2209800" y="3528060"/>
            <a:ext cx="142875" cy="13335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9F80EE68-50A1-08B0-EBD6-3F8910BB77A2}"/>
              </a:ext>
            </a:extLst>
          </p:cNvPr>
          <p:cNvSpPr txBox="1"/>
          <p:nvPr/>
        </p:nvSpPr>
        <p:spPr>
          <a:xfrm>
            <a:off x="-76200" y="3338854"/>
            <a:ext cx="1234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Barre de sélection du temps</a:t>
            </a:r>
            <a:endParaRPr lang="fr-FR" sz="900" dirty="0">
              <a:solidFill>
                <a:srgbClr val="FF0000"/>
              </a:solidFill>
            </a:endParaRPr>
          </a:p>
        </p:txBody>
      </p:sp>
      <p:cxnSp>
        <p:nvCxnSpPr>
          <p:cNvPr id="184" name="Connecteur droit avec flèche 183">
            <a:extLst>
              <a:ext uri="{FF2B5EF4-FFF2-40B4-BE49-F238E27FC236}">
                <a16:creationId xmlns:a16="http://schemas.microsoft.com/office/drawing/2014/main" id="{BBB91EB7-2C15-45BD-1BE0-5E307BEB3A21}"/>
              </a:ext>
            </a:extLst>
          </p:cNvPr>
          <p:cNvCxnSpPr>
            <a:cxnSpLocks/>
            <a:endCxn id="179" idx="1"/>
          </p:cNvCxnSpPr>
          <p:nvPr/>
        </p:nvCxnSpPr>
        <p:spPr>
          <a:xfrm>
            <a:off x="1167533" y="3504264"/>
            <a:ext cx="746992" cy="94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ZoneTexte 185">
            <a:extLst>
              <a:ext uri="{FF2B5EF4-FFF2-40B4-BE49-F238E27FC236}">
                <a16:creationId xmlns:a16="http://schemas.microsoft.com/office/drawing/2014/main" id="{FA8AF738-0D70-BE3E-DCFB-3A0292699918}"/>
              </a:ext>
            </a:extLst>
          </p:cNvPr>
          <p:cNvSpPr txBox="1"/>
          <p:nvPr/>
        </p:nvSpPr>
        <p:spPr>
          <a:xfrm>
            <a:off x="-66675" y="2919754"/>
            <a:ext cx="12344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dirty="0">
                <a:solidFill>
                  <a:srgbClr val="FF0000"/>
                </a:solidFill>
              </a:rPr>
              <a:t>Nb secondes depuis le début de la simulation</a:t>
            </a:r>
          </a:p>
        </p:txBody>
      </p:sp>
      <p:cxnSp>
        <p:nvCxnSpPr>
          <p:cNvPr id="187" name="Connecteur droit avec flèche 186">
            <a:extLst>
              <a:ext uri="{FF2B5EF4-FFF2-40B4-BE49-F238E27FC236}">
                <a16:creationId xmlns:a16="http://schemas.microsoft.com/office/drawing/2014/main" id="{78191A86-137F-5EDB-0481-97FCA3432256}"/>
              </a:ext>
            </a:extLst>
          </p:cNvPr>
          <p:cNvCxnSpPr>
            <a:cxnSpLocks/>
          </p:cNvCxnSpPr>
          <p:nvPr/>
        </p:nvCxnSpPr>
        <p:spPr>
          <a:xfrm>
            <a:off x="1177058" y="3170889"/>
            <a:ext cx="1175617" cy="157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Ellipse 190">
            <a:extLst>
              <a:ext uri="{FF2B5EF4-FFF2-40B4-BE49-F238E27FC236}">
                <a16:creationId xmlns:a16="http://schemas.microsoft.com/office/drawing/2014/main" id="{DD06E92F-9A49-99B9-3A58-E40199E6F76A}"/>
              </a:ext>
            </a:extLst>
          </p:cNvPr>
          <p:cNvSpPr/>
          <p:nvPr/>
        </p:nvSpPr>
        <p:spPr>
          <a:xfrm>
            <a:off x="2983858" y="2625423"/>
            <a:ext cx="410966" cy="4006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99" name="Groupe 198">
            <a:extLst>
              <a:ext uri="{FF2B5EF4-FFF2-40B4-BE49-F238E27FC236}">
                <a16:creationId xmlns:a16="http://schemas.microsoft.com/office/drawing/2014/main" id="{630B2267-24B5-C666-8AEA-16002DAFF21A}"/>
              </a:ext>
            </a:extLst>
          </p:cNvPr>
          <p:cNvGrpSpPr/>
          <p:nvPr/>
        </p:nvGrpSpPr>
        <p:grpSpPr>
          <a:xfrm>
            <a:off x="3017521" y="2732088"/>
            <a:ext cx="328612" cy="190500"/>
            <a:chOff x="197644" y="565150"/>
            <a:chExt cx="328612" cy="190500"/>
          </a:xfrm>
        </p:grpSpPr>
        <p:sp>
          <p:nvSpPr>
            <p:cNvPr id="195" name="Rectangle : coins arrondis 194">
              <a:extLst>
                <a:ext uri="{FF2B5EF4-FFF2-40B4-BE49-F238E27FC236}">
                  <a16:creationId xmlns:a16="http://schemas.microsoft.com/office/drawing/2014/main" id="{92566CC1-AB18-733A-EE37-372ACF32FB86}"/>
                </a:ext>
              </a:extLst>
            </p:cNvPr>
            <p:cNvSpPr/>
            <p:nvPr/>
          </p:nvSpPr>
          <p:spPr>
            <a:xfrm>
              <a:off x="197644" y="565150"/>
              <a:ext cx="328612" cy="190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0878FAE0-69D1-31BD-3787-499541BA4DDE}"/>
                </a:ext>
              </a:extLst>
            </p:cNvPr>
            <p:cNvSpPr/>
            <p:nvPr/>
          </p:nvSpPr>
          <p:spPr>
            <a:xfrm>
              <a:off x="229393" y="599281"/>
              <a:ext cx="114300" cy="1079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816DFB74-325E-FDB0-EA8B-8D0D9588D1FD}"/>
                </a:ext>
              </a:extLst>
            </p:cNvPr>
            <p:cNvSpPr/>
            <p:nvPr/>
          </p:nvSpPr>
          <p:spPr>
            <a:xfrm>
              <a:off x="374650" y="600869"/>
              <a:ext cx="114300" cy="10795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97" name="Connecteur droit 196">
              <a:extLst>
                <a:ext uri="{FF2B5EF4-FFF2-40B4-BE49-F238E27FC236}">
                  <a16:creationId xmlns:a16="http://schemas.microsoft.com/office/drawing/2014/main" id="{9955BE02-BAFC-2528-80C6-A08B073F28B5}"/>
                </a:ext>
              </a:extLst>
            </p:cNvPr>
            <p:cNvCxnSpPr>
              <a:cxnSpLocks/>
              <a:stCxn id="193" idx="4"/>
              <a:endCxn id="194" idx="4"/>
            </p:cNvCxnSpPr>
            <p:nvPr/>
          </p:nvCxnSpPr>
          <p:spPr>
            <a:xfrm>
              <a:off x="286543" y="707231"/>
              <a:ext cx="145257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1" name="ZoneTexte 200">
            <a:extLst>
              <a:ext uri="{FF2B5EF4-FFF2-40B4-BE49-F238E27FC236}">
                <a16:creationId xmlns:a16="http://schemas.microsoft.com/office/drawing/2014/main" id="{D9A71A16-3130-34AD-6AC0-E5BBDB452F64}"/>
              </a:ext>
            </a:extLst>
          </p:cNvPr>
          <p:cNvSpPr txBox="1"/>
          <p:nvPr/>
        </p:nvSpPr>
        <p:spPr>
          <a:xfrm>
            <a:off x="312421" y="1955064"/>
            <a:ext cx="1173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FF0000"/>
                </a:solidFill>
              </a:rPr>
              <a:t>Enregistrement</a:t>
            </a:r>
          </a:p>
        </p:txBody>
      </p:sp>
      <p:cxnSp>
        <p:nvCxnSpPr>
          <p:cNvPr id="203" name="Connecteur droit avec flèche 202">
            <a:extLst>
              <a:ext uri="{FF2B5EF4-FFF2-40B4-BE49-F238E27FC236}">
                <a16:creationId xmlns:a16="http://schemas.microsoft.com/office/drawing/2014/main" id="{3C9595BE-0446-EFEE-9015-66C74E884EAE}"/>
              </a:ext>
            </a:extLst>
          </p:cNvPr>
          <p:cNvCxnSpPr>
            <a:cxnSpLocks/>
            <a:endCxn id="191" idx="1"/>
          </p:cNvCxnSpPr>
          <p:nvPr/>
        </p:nvCxnSpPr>
        <p:spPr>
          <a:xfrm>
            <a:off x="1318260" y="1882140"/>
            <a:ext cx="1725783" cy="8019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5C5B560-4F1D-BB5D-38CB-5FFC6F73C236}"/>
              </a:ext>
            </a:extLst>
          </p:cNvPr>
          <p:cNvSpPr/>
          <p:nvPr/>
        </p:nvSpPr>
        <p:spPr>
          <a:xfrm>
            <a:off x="1779530" y="1278255"/>
            <a:ext cx="2190490" cy="480979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21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DC501E8-D3D7-F3FA-DD83-B92EA58B7442}"/>
              </a:ext>
            </a:extLst>
          </p:cNvPr>
          <p:cNvSpPr txBox="1"/>
          <p:nvPr/>
        </p:nvSpPr>
        <p:spPr>
          <a:xfrm>
            <a:off x="1464922" y="1952657"/>
            <a:ext cx="2685836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1400" dirty="0"/>
              <a:t>Masse du ROV (kg) :</a:t>
            </a:r>
          </a:p>
          <a:p>
            <a:pPr>
              <a:spcBef>
                <a:spcPts val="600"/>
              </a:spcBef>
            </a:pPr>
            <a:r>
              <a:rPr lang="fr-FR" sz="1400" dirty="0"/>
              <a:t>Largeur du ROV (m) :</a:t>
            </a:r>
          </a:p>
          <a:p>
            <a:pPr>
              <a:spcBef>
                <a:spcPts val="600"/>
              </a:spcBef>
            </a:pPr>
            <a:r>
              <a:rPr lang="fr-FR" sz="1400" dirty="0"/>
              <a:t>Longueur du ROV (m) :</a:t>
            </a:r>
          </a:p>
          <a:p>
            <a:pPr>
              <a:spcBef>
                <a:spcPts val="600"/>
              </a:spcBef>
            </a:pPr>
            <a:r>
              <a:rPr lang="fr-FR" sz="1400" dirty="0"/>
              <a:t>Hauteur du ROV (m) :</a:t>
            </a:r>
          </a:p>
          <a:p>
            <a:pPr>
              <a:spcBef>
                <a:spcPts val="600"/>
              </a:spcBef>
            </a:pPr>
            <a:r>
              <a:rPr lang="fr-FR" sz="1400" dirty="0" err="1"/>
              <a:t>Cx_ROV</a:t>
            </a:r>
            <a:r>
              <a:rPr lang="fr-FR" sz="1400" dirty="0"/>
              <a:t> :</a:t>
            </a:r>
          </a:p>
          <a:p>
            <a:pPr>
              <a:spcBef>
                <a:spcPts val="600"/>
              </a:spcBef>
            </a:pPr>
            <a:r>
              <a:rPr lang="fr-FR" sz="1400" dirty="0" err="1"/>
              <a:t>Cy_ROV</a:t>
            </a:r>
            <a:r>
              <a:rPr lang="fr-FR" sz="1400" dirty="0"/>
              <a:t>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757B3B-F13D-695F-C954-D629312E5651}"/>
              </a:ext>
            </a:extLst>
          </p:cNvPr>
          <p:cNvSpPr txBox="1"/>
          <p:nvPr/>
        </p:nvSpPr>
        <p:spPr>
          <a:xfrm>
            <a:off x="2589087" y="1397280"/>
            <a:ext cx="584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ROV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6AB9E6C-8BE9-2910-7ED4-0F35E0EEE32D}"/>
              </a:ext>
            </a:extLst>
          </p:cNvPr>
          <p:cNvSpPr txBox="1"/>
          <p:nvPr/>
        </p:nvSpPr>
        <p:spPr>
          <a:xfrm>
            <a:off x="6336585" y="4552528"/>
            <a:ext cx="3136187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1400" dirty="0">
                <a:solidFill>
                  <a:srgbClr val="000000"/>
                </a:solidFill>
                <a:latin typeface="Segoe UI" panose="020B0502040204020203" pitchFamily="34" charset="0"/>
              </a:rPr>
              <a:t>Masse volumique de l'eau (kg/m³) :</a:t>
            </a:r>
          </a:p>
          <a:p>
            <a:pPr>
              <a:spcBef>
                <a:spcPts val="600"/>
              </a:spcBef>
            </a:pPr>
            <a:r>
              <a:rPr lang="fr-FR" sz="1400" dirty="0">
                <a:solidFill>
                  <a:srgbClr val="000000"/>
                </a:solidFill>
                <a:latin typeface="Segoe UI" panose="020B0502040204020203" pitchFamily="34" charset="0"/>
              </a:rPr>
              <a:t>Accélération de la pesanteur (m/s²) :</a:t>
            </a:r>
          </a:p>
          <a:p>
            <a:pPr>
              <a:spcBef>
                <a:spcPts val="600"/>
              </a:spcBef>
            </a:pPr>
            <a:r>
              <a:rPr lang="fr-FR" sz="1400" dirty="0">
                <a:solidFill>
                  <a:srgbClr val="000000"/>
                </a:solidFill>
                <a:latin typeface="Segoe UI" panose="020B0502040204020203" pitchFamily="34" charset="0"/>
              </a:rPr>
              <a:t>Viscosité dynamique de l'eau (</a:t>
            </a:r>
            <a:r>
              <a:rPr lang="fr-FR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Pa·s</a:t>
            </a:r>
            <a:r>
              <a:rPr lang="fr-FR" sz="1400" dirty="0">
                <a:solidFill>
                  <a:srgbClr val="000000"/>
                </a:solidFill>
                <a:latin typeface="Segoe UI" panose="020B0502040204020203" pitchFamily="34" charset="0"/>
              </a:rPr>
              <a:t>) :</a:t>
            </a:r>
          </a:p>
          <a:p>
            <a:pPr>
              <a:spcBef>
                <a:spcPts val="600"/>
              </a:spcBef>
            </a:pPr>
            <a:r>
              <a:rPr lang="fr-FR" sz="1400" dirty="0">
                <a:solidFill>
                  <a:srgbClr val="000000"/>
                </a:solidFill>
                <a:latin typeface="Segoe UI" panose="020B0502040204020203" pitchFamily="34" charset="0"/>
              </a:rPr>
              <a:t>Vitesse du courant (m/s) :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0398D16-7EE6-39AC-0F63-363CBF795EDC}"/>
              </a:ext>
            </a:extLst>
          </p:cNvPr>
          <p:cNvSpPr txBox="1"/>
          <p:nvPr/>
        </p:nvSpPr>
        <p:spPr>
          <a:xfrm>
            <a:off x="7291228" y="4013770"/>
            <a:ext cx="1604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Environnement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8D95A0A-69C5-D5FA-639C-F32E0F85D1DB}"/>
              </a:ext>
            </a:extLst>
          </p:cNvPr>
          <p:cNvSpPr txBox="1"/>
          <p:nvPr/>
        </p:nvSpPr>
        <p:spPr>
          <a:xfrm>
            <a:off x="1456360" y="4572265"/>
            <a:ext cx="1995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1400" dirty="0">
                <a:solidFill>
                  <a:srgbClr val="000000"/>
                </a:solidFill>
                <a:latin typeface="Segoe UI" panose="020B0502040204020203" pitchFamily="34" charset="0"/>
              </a:rPr>
              <a:t>Masse du bateau (kg) :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44180F8-6488-1BF5-839F-D2271DE3F1CD}"/>
              </a:ext>
            </a:extLst>
          </p:cNvPr>
          <p:cNvSpPr txBox="1"/>
          <p:nvPr/>
        </p:nvSpPr>
        <p:spPr>
          <a:xfrm>
            <a:off x="2217505" y="4046304"/>
            <a:ext cx="842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Bateau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1FFB2F-4AE8-6043-EBED-BB9168BB5F34}"/>
              </a:ext>
            </a:extLst>
          </p:cNvPr>
          <p:cNvSpPr/>
          <p:nvPr/>
        </p:nvSpPr>
        <p:spPr>
          <a:xfrm>
            <a:off x="3468923" y="1999415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C95CDB-0F6A-C883-BDDC-D9419D285020}"/>
              </a:ext>
            </a:extLst>
          </p:cNvPr>
          <p:cNvSpPr/>
          <p:nvPr/>
        </p:nvSpPr>
        <p:spPr>
          <a:xfrm>
            <a:off x="3467407" y="2294227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0F01E5-3F1B-EC25-2118-84AEB7D6C93F}"/>
              </a:ext>
            </a:extLst>
          </p:cNvPr>
          <p:cNvSpPr/>
          <p:nvPr/>
        </p:nvSpPr>
        <p:spPr>
          <a:xfrm>
            <a:off x="3458314" y="2595121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10DC8F-E7E7-5082-212A-E386DE623D0B}"/>
              </a:ext>
            </a:extLst>
          </p:cNvPr>
          <p:cNvSpPr/>
          <p:nvPr/>
        </p:nvSpPr>
        <p:spPr>
          <a:xfrm>
            <a:off x="3449220" y="2908155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E81FD4-E16C-5059-B553-0CB0D2F9643B}"/>
              </a:ext>
            </a:extLst>
          </p:cNvPr>
          <p:cNvSpPr/>
          <p:nvPr/>
        </p:nvSpPr>
        <p:spPr>
          <a:xfrm>
            <a:off x="3449219" y="3194093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94CF82-3622-6DCE-8F6E-014DA72E033D}"/>
              </a:ext>
            </a:extLst>
          </p:cNvPr>
          <p:cNvSpPr/>
          <p:nvPr/>
        </p:nvSpPr>
        <p:spPr>
          <a:xfrm>
            <a:off x="3440125" y="3480032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6FB8A1-F874-7CC2-038A-B2980BA58976}"/>
              </a:ext>
            </a:extLst>
          </p:cNvPr>
          <p:cNvSpPr/>
          <p:nvPr/>
        </p:nvSpPr>
        <p:spPr>
          <a:xfrm>
            <a:off x="3525833" y="4590835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0135D0CC-E89E-422D-B9A4-C4D8B8BCD2DC}"/>
              </a:ext>
            </a:extLst>
          </p:cNvPr>
          <p:cNvGrpSpPr/>
          <p:nvPr/>
        </p:nvGrpSpPr>
        <p:grpSpPr>
          <a:xfrm>
            <a:off x="6007813" y="1434961"/>
            <a:ext cx="4033060" cy="1741030"/>
            <a:chOff x="983751" y="4457272"/>
            <a:chExt cx="4033060" cy="1698114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BBD5681-872A-1BF2-716F-D67DE59D8B29}"/>
                </a:ext>
              </a:extLst>
            </p:cNvPr>
            <p:cNvSpPr txBox="1"/>
            <p:nvPr/>
          </p:nvSpPr>
          <p:spPr>
            <a:xfrm>
              <a:off x="983751" y="4999655"/>
              <a:ext cx="4019763" cy="1155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fr-FR" sz="1400" b="0" i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Diamètre du câble (m) :</a:t>
              </a:r>
            </a:p>
            <a:p>
              <a:pPr algn="l">
                <a:spcBef>
                  <a:spcPts val="600"/>
                </a:spcBef>
              </a:pPr>
              <a:r>
                <a:rPr lang="fr-FR" sz="1400" b="0" i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Masse volumique du câble (kg/m³) :</a:t>
              </a:r>
            </a:p>
            <a:p>
              <a:pPr algn="l">
                <a:spcBef>
                  <a:spcPts val="600"/>
                </a:spcBef>
              </a:pPr>
              <a:r>
                <a:rPr lang="fr-FR" sz="1400" b="0" i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Coefficient de traînée du câble :</a:t>
              </a:r>
            </a:p>
            <a:p>
              <a:pPr algn="l">
                <a:spcBef>
                  <a:spcPts val="600"/>
                </a:spcBef>
              </a:pPr>
              <a:r>
                <a:rPr lang="fr-FR" sz="1400" dirty="0">
                  <a:solidFill>
                    <a:srgbClr val="000000"/>
                  </a:solidFill>
                  <a:latin typeface="Segoe UI" panose="020B0502040204020203" pitchFamily="34" charset="0"/>
                </a:rPr>
                <a:t>Tension de rupture</a:t>
              </a:r>
              <a:endParaRPr lang="fr-FR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endParaRP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187B191-48CA-E4E8-359C-4E1874A39E70}"/>
                </a:ext>
              </a:extLst>
            </p:cNvPr>
            <p:cNvSpPr txBox="1"/>
            <p:nvPr/>
          </p:nvSpPr>
          <p:spPr>
            <a:xfrm>
              <a:off x="2196959" y="4457272"/>
              <a:ext cx="737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Câble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66BE61-3AD6-0E43-0F93-947A11A5E8D7}"/>
                </a:ext>
              </a:extLst>
            </p:cNvPr>
            <p:cNvSpPr/>
            <p:nvPr/>
          </p:nvSpPr>
          <p:spPr>
            <a:xfrm>
              <a:off x="4052839" y="5008036"/>
              <a:ext cx="963972" cy="2186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50DE8D5-DC33-F2DB-598C-0C6816039C4D}"/>
                </a:ext>
              </a:extLst>
            </p:cNvPr>
            <p:cNvSpPr/>
            <p:nvPr/>
          </p:nvSpPr>
          <p:spPr>
            <a:xfrm>
              <a:off x="4051323" y="5302848"/>
              <a:ext cx="963972" cy="2186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E72B358-10F7-FC56-5D44-818582840EA2}"/>
                </a:ext>
              </a:extLst>
            </p:cNvPr>
            <p:cNvSpPr/>
            <p:nvPr/>
          </p:nvSpPr>
          <p:spPr>
            <a:xfrm>
              <a:off x="4042230" y="5603742"/>
              <a:ext cx="963972" cy="2186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44476B4-5123-5D58-2B8D-73557E7F4505}"/>
              </a:ext>
            </a:extLst>
          </p:cNvPr>
          <p:cNvSpPr/>
          <p:nvPr/>
        </p:nvSpPr>
        <p:spPr>
          <a:xfrm>
            <a:off x="9457045" y="4586796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CA5F57-BE2E-2870-8382-A65A5E290991}"/>
              </a:ext>
            </a:extLst>
          </p:cNvPr>
          <p:cNvSpPr/>
          <p:nvPr/>
        </p:nvSpPr>
        <p:spPr>
          <a:xfrm>
            <a:off x="9455529" y="4881608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C1B046-EFDE-E590-817E-DF0CC42B1F20}"/>
              </a:ext>
            </a:extLst>
          </p:cNvPr>
          <p:cNvSpPr/>
          <p:nvPr/>
        </p:nvSpPr>
        <p:spPr>
          <a:xfrm>
            <a:off x="9456710" y="5182502"/>
            <a:ext cx="963972" cy="218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F758D2-F77D-C62B-3117-6C2FEA57B0F6}"/>
              </a:ext>
            </a:extLst>
          </p:cNvPr>
          <p:cNvSpPr/>
          <p:nvPr/>
        </p:nvSpPr>
        <p:spPr>
          <a:xfrm>
            <a:off x="9437342" y="5486400"/>
            <a:ext cx="970378" cy="811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B7E73C-9F9B-C159-DC2B-64B201038700}"/>
              </a:ext>
            </a:extLst>
          </p:cNvPr>
          <p:cNvSpPr/>
          <p:nvPr/>
        </p:nvSpPr>
        <p:spPr>
          <a:xfrm>
            <a:off x="1263720" y="1181523"/>
            <a:ext cx="4664467" cy="2642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DAAF0-6ECC-1B75-3245-6A07BB08C59F}"/>
              </a:ext>
            </a:extLst>
          </p:cNvPr>
          <p:cNvSpPr/>
          <p:nvPr/>
        </p:nvSpPr>
        <p:spPr>
          <a:xfrm>
            <a:off x="5936749" y="1179810"/>
            <a:ext cx="4664467" cy="2642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AFA5F1-3222-A035-9229-8782B50EEF53}"/>
              </a:ext>
            </a:extLst>
          </p:cNvPr>
          <p:cNvSpPr/>
          <p:nvPr/>
        </p:nvSpPr>
        <p:spPr>
          <a:xfrm>
            <a:off x="1262008" y="3820273"/>
            <a:ext cx="4664467" cy="2642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1B39ED-E23D-857B-3F32-AF4CA39E234C}"/>
              </a:ext>
            </a:extLst>
          </p:cNvPr>
          <p:cNvSpPr/>
          <p:nvPr/>
        </p:nvSpPr>
        <p:spPr>
          <a:xfrm>
            <a:off x="5935037" y="3818560"/>
            <a:ext cx="4664467" cy="2642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8FBB4BAB-44BA-EFA7-EC30-0955EF72EC95}"/>
              </a:ext>
            </a:extLst>
          </p:cNvPr>
          <p:cNvSpPr/>
          <p:nvPr/>
        </p:nvSpPr>
        <p:spPr>
          <a:xfrm>
            <a:off x="852755" y="616447"/>
            <a:ext cx="9965933" cy="6051479"/>
          </a:xfrm>
          <a:custGeom>
            <a:avLst/>
            <a:gdLst>
              <a:gd name="csX0" fmla="*/ 0 w 9965933"/>
              <a:gd name="csY0" fmla="*/ 6051479 h 6051479"/>
              <a:gd name="csX1" fmla="*/ 20548 w 9965933"/>
              <a:gd name="csY1" fmla="*/ 410966 h 6051479"/>
              <a:gd name="csX2" fmla="*/ 1212351 w 9965933"/>
              <a:gd name="csY2" fmla="*/ 410966 h 6051479"/>
              <a:gd name="csX3" fmla="*/ 1212351 w 9965933"/>
              <a:gd name="csY3" fmla="*/ 10274 h 6051479"/>
              <a:gd name="csX4" fmla="*/ 3113070 w 9965933"/>
              <a:gd name="csY4" fmla="*/ 0 h 6051479"/>
              <a:gd name="csX5" fmla="*/ 3113070 w 9965933"/>
              <a:gd name="csY5" fmla="*/ 400692 h 6051479"/>
              <a:gd name="csX6" fmla="*/ 9965933 w 9965933"/>
              <a:gd name="csY6" fmla="*/ 390418 h 6051479"/>
              <a:gd name="csX7" fmla="*/ 9955658 w 9965933"/>
              <a:gd name="csY7" fmla="*/ 6041204 h 6051479"/>
              <a:gd name="csX8" fmla="*/ 0 w 9965933"/>
              <a:gd name="csY8" fmla="*/ 6051479 h 6051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965933" h="6051479">
                <a:moveTo>
                  <a:pt x="0" y="6051479"/>
                </a:moveTo>
                <a:cubicBezTo>
                  <a:pt x="6849" y="4171308"/>
                  <a:pt x="13699" y="2291137"/>
                  <a:pt x="20548" y="410966"/>
                </a:cubicBezTo>
                <a:lnTo>
                  <a:pt x="1212351" y="410966"/>
                </a:lnTo>
                <a:lnTo>
                  <a:pt x="1212351" y="10274"/>
                </a:lnTo>
                <a:lnTo>
                  <a:pt x="3113070" y="0"/>
                </a:lnTo>
                <a:lnTo>
                  <a:pt x="3113070" y="400692"/>
                </a:lnTo>
                <a:lnTo>
                  <a:pt x="9965933" y="390418"/>
                </a:lnTo>
                <a:lnTo>
                  <a:pt x="9955658" y="6041204"/>
                </a:lnTo>
                <a:lnTo>
                  <a:pt x="0" y="6051479"/>
                </a:lnTo>
                <a:close/>
              </a:path>
            </a:pathLst>
          </a:cu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9EC645D-AAEE-9120-41E4-3AEEC6294A4F}"/>
              </a:ext>
            </a:extLst>
          </p:cNvPr>
          <p:cNvSpPr txBox="1"/>
          <p:nvPr/>
        </p:nvSpPr>
        <p:spPr>
          <a:xfrm>
            <a:off x="2270589" y="657544"/>
            <a:ext cx="132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Paramètres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C0EF718-0712-EB5C-B706-7AC1BF7A7910}"/>
              </a:ext>
            </a:extLst>
          </p:cNvPr>
          <p:cNvSpPr txBox="1"/>
          <p:nvPr/>
        </p:nvSpPr>
        <p:spPr>
          <a:xfrm>
            <a:off x="4733496" y="104882"/>
            <a:ext cx="2251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Onglet paramètres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06CD8C-D206-E158-44B5-27122B09A4A9}"/>
              </a:ext>
            </a:extLst>
          </p:cNvPr>
          <p:cNvSpPr/>
          <p:nvPr/>
        </p:nvSpPr>
        <p:spPr>
          <a:xfrm>
            <a:off x="9082890" y="2916714"/>
            <a:ext cx="963972" cy="22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12086696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313</Words>
  <Application>Microsoft Office PowerPoint</Application>
  <PresentationFormat>Grand écran</PresentationFormat>
  <Paragraphs>89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7</cp:revision>
  <dcterms:created xsi:type="dcterms:W3CDTF">2026-01-06T20:45:36Z</dcterms:created>
  <dcterms:modified xsi:type="dcterms:W3CDTF">2026-01-07T23:09:15Z</dcterms:modified>
</cp:coreProperties>
</file>