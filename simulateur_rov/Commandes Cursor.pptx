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53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es Delort" userId="338bbbaa6367577a" providerId="LiveId" clId="{29EEF4E2-F752-45CC-A7DF-F1AD94B64117}"/>
    <pc:docChg chg="custSel addSld modSld">
      <pc:chgData name="Jacques Delort" userId="338bbbaa6367577a" providerId="LiveId" clId="{29EEF4E2-F752-45CC-A7DF-F1AD94B64117}" dt="2026-04-02T12:58:45.083" v="5" actId="14100"/>
      <pc:docMkLst>
        <pc:docMk/>
      </pc:docMkLst>
      <pc:sldChg chg="addSp delSp modSp new mod">
        <pc:chgData name="Jacques Delort" userId="338bbbaa6367577a" providerId="LiveId" clId="{29EEF4E2-F752-45CC-A7DF-F1AD94B64117}" dt="2026-04-02T12:58:45.083" v="5" actId="14100"/>
        <pc:sldMkLst>
          <pc:docMk/>
          <pc:sldMk cId="43649710" sldId="256"/>
        </pc:sldMkLst>
        <pc:spChg chg="del">
          <ac:chgData name="Jacques Delort" userId="338bbbaa6367577a" providerId="LiveId" clId="{29EEF4E2-F752-45CC-A7DF-F1AD94B64117}" dt="2026-04-02T12:58:20.365" v="1" actId="478"/>
          <ac:spMkLst>
            <pc:docMk/>
            <pc:sldMk cId="43649710" sldId="256"/>
            <ac:spMk id="2" creationId="{522F89EA-6355-739D-3F3D-623B155268DB}"/>
          </ac:spMkLst>
        </pc:spChg>
        <pc:spChg chg="del">
          <ac:chgData name="Jacques Delort" userId="338bbbaa6367577a" providerId="LiveId" clId="{29EEF4E2-F752-45CC-A7DF-F1AD94B64117}" dt="2026-04-02T12:58:20.365" v="1" actId="478"/>
          <ac:spMkLst>
            <pc:docMk/>
            <pc:sldMk cId="43649710" sldId="256"/>
            <ac:spMk id="3" creationId="{84F6FE3E-25DB-68E6-6BFA-109995D2F4B1}"/>
          </ac:spMkLst>
        </pc:spChg>
        <pc:picChg chg="add mod">
          <ac:chgData name="Jacques Delort" userId="338bbbaa6367577a" providerId="LiveId" clId="{29EEF4E2-F752-45CC-A7DF-F1AD94B64117}" dt="2026-04-02T12:58:45.083" v="5" actId="14100"/>
          <ac:picMkLst>
            <pc:docMk/>
            <pc:sldMk cId="43649710" sldId="256"/>
            <ac:picMk id="5" creationId="{A3DA3B28-ABFF-15BD-95FA-BBF4536ACA3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A049FC-383E-C3D7-901F-E1329A6C1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471515-2A84-E6C5-6438-8C337092AF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0B80C4-7F7C-3B72-0E9F-EA18C61C7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2BF-9B72-4EBA-8058-2DF642AF0F9B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C4129E-B141-E69C-435C-8C937E99B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18A58A-C19E-8A07-490F-5533508B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66305-0172-4E35-AC5E-D1B9D4F91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118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A2486-21B9-B7E0-2DC4-1C32793DC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EDDA26-4C49-34FA-F5A4-2FAFE0613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2C9AD0-1D2C-06C8-E52A-F5F277A42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2BF-9B72-4EBA-8058-2DF642AF0F9B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02E4B5-6634-90FF-9A5D-3A59023D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14B6E3-ED61-7099-46F4-7BC0DE381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66305-0172-4E35-AC5E-D1B9D4F91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7220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75FF57-3D25-A091-40A9-46A27D60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39CA8A-F253-80A5-5C18-D57483961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C0F42C-A7D6-1403-727C-C872BFA1B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2BF-9B72-4EBA-8058-2DF642AF0F9B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538F7E-FA98-EA47-AEA1-934F4CC38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82DE1D-54F1-2A4D-4EFC-0C9467900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66305-0172-4E35-AC5E-D1B9D4F91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5417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192823-C81A-8939-336B-D4E7201A0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DA2B70-51BA-DD97-7D8E-D916D41B8F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01E5808-CC6E-795C-3035-841CCC68A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58163D-6C69-DEB3-87EE-356D4821F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2BF-9B72-4EBA-8058-2DF642AF0F9B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0D6AA9-6B2A-9DBB-2D50-61844F6A6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FDFEFC-B410-91BA-5F65-8C95E432A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66305-0172-4E35-AC5E-D1B9D4F91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2195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6DAE4B-8526-62F8-999A-9E7FCB780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78A497-2CA5-07D8-74D2-1B45F127F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67CF35-BCF6-50B0-986A-72D07D3E0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902E4CE-65CC-3025-C96B-995FE4FC4F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D30677E-B512-C794-B646-A81EC1E52D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97CE0FA-9CF2-F35B-26B9-B9C4945B0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2BF-9B72-4EBA-8058-2DF642AF0F9B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B358EAA-7BF7-67D2-128A-AAD304884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10C2B64-35C1-BD12-7AB2-9FF0BF44C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66305-0172-4E35-AC5E-D1B9D4F91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2689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22EFC8-A5AD-8B1A-8FB8-7FC3708D7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5E6D3A7-7F04-613A-2A32-BB0B22B69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2BF-9B72-4EBA-8058-2DF642AF0F9B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4109650-7B7E-76CC-EACF-1BC0144CC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DB05C1F-982E-7B11-C8D8-51BC3640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66305-0172-4E35-AC5E-D1B9D4F91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9523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34E2F13-F0FD-692B-69F2-05E252666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2BF-9B72-4EBA-8058-2DF642AF0F9B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A3295A-795A-3212-973E-0EE38C708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3EF9D6-340E-192D-8F14-1304CB65F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66305-0172-4E35-AC5E-D1B9D4F91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622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BB12A7-F82D-93F5-B410-3608FA006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9C9679-DD81-6957-1185-561FA4E3B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982660-4657-2C90-F4E5-546DA479E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5ADF47-E767-5ECD-DCD2-0644D534A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2BF-9B72-4EBA-8058-2DF642AF0F9B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DE64EFA-1BC1-1F73-2957-DF1A8FCF2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409993A-366D-E1B7-A9CB-5015EBC5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66305-0172-4E35-AC5E-D1B9D4F91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6468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2106D7-A391-CF30-ADF3-4666D21BA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1407358-F9FC-52C0-9870-0EEA87500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89A1C75-9BAA-E729-D357-50B55EBC4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5F8B338-7DFD-FF93-6EC6-115AB5920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2BF-9B72-4EBA-8058-2DF642AF0F9B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AB2DF2-AE3D-7474-0A9E-1989D9F76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C5DFFA6-0C78-5B6F-4062-F32D20268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66305-0172-4E35-AC5E-D1B9D4F91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4219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E76A5B-08D8-0C58-7124-A9508BB2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A306793-CDE0-44A1-0CD3-08CA769FA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12E84A-1CDB-A099-B431-2A1CA4AC0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2BF-9B72-4EBA-8058-2DF642AF0F9B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835642-D575-4503-3D6B-79CDA683D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711B9A-8EF9-AA9A-E661-AD4AD38AE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66305-0172-4E35-AC5E-D1B9D4F91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5382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67A7F78-9045-E4F2-D525-48F4DD524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19D0012-F5BA-E761-42DC-392FE7DB05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DAD021-4324-5E92-FF12-0FAFF931E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8E2BF-9B72-4EBA-8058-2DF642AF0F9B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359DB7-19F5-DECC-C005-9D482F3C2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BD6896-A5EC-B81D-584F-F7D41C10C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66305-0172-4E35-AC5E-D1B9D4F91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9763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40701EA-32B7-FA53-6DFD-36B571320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30CC993-A5A4-B882-9FC9-D018DB73A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87D8A5-F37E-7682-6432-1A10CB778C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58E2BF-9B72-4EBA-8058-2DF642AF0F9B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39ED99-1892-D704-BC71-A94CAD2A8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F2D6F2-FC87-4D6D-40F6-61DD98255A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166305-0172-4E35-AC5E-D1B9D4F91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9204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3DA3B28-ABFF-15BD-95FA-BBF4536AC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959" y="-1"/>
            <a:ext cx="9319476" cy="685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97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Jacques Delort</dc:creator>
  <cp:lastModifiedBy>Jacques Delort</cp:lastModifiedBy>
  <cp:revision>1</cp:revision>
  <dcterms:created xsi:type="dcterms:W3CDTF">2026-04-02T12:58:15Z</dcterms:created>
  <dcterms:modified xsi:type="dcterms:W3CDTF">2026-04-02T12:58:48Z</dcterms:modified>
</cp:coreProperties>
</file>