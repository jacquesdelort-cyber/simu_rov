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2278BE-755D-4521-A32E-1F76F99786C2}" v="463" dt="2026-04-11T08:18:09.9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7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ques Delort" userId="338bbbaa6367577a" providerId="LiveId" clId="{29EEF4E2-F752-45CC-A7DF-F1AD94B64117}"/>
    <pc:docChg chg="undo custSel addSld modSld">
      <pc:chgData name="Jacques Delort" userId="338bbbaa6367577a" providerId="LiveId" clId="{29EEF4E2-F752-45CC-A7DF-F1AD94B64117}" dt="2026-04-11T08:18:09.910" v="1399" actId="20577"/>
      <pc:docMkLst>
        <pc:docMk/>
      </pc:docMkLst>
      <pc:sldChg chg="addSp delSp modSp new mod">
        <pc:chgData name="Jacques Delort" userId="338bbbaa6367577a" providerId="LiveId" clId="{29EEF4E2-F752-45CC-A7DF-F1AD94B64117}" dt="2026-04-11T08:18:09.910" v="1399" actId="20577"/>
        <pc:sldMkLst>
          <pc:docMk/>
          <pc:sldMk cId="466176374" sldId="257"/>
        </pc:sldMkLst>
        <pc:spChg chg="del">
          <ac:chgData name="Jacques Delort" userId="338bbbaa6367577a" providerId="LiveId" clId="{29EEF4E2-F752-45CC-A7DF-F1AD94B64117}" dt="2026-04-10T06:55:17.284" v="347" actId="478"/>
          <ac:spMkLst>
            <pc:docMk/>
            <pc:sldMk cId="466176374" sldId="257"/>
            <ac:spMk id="2" creationId="{9CA4CCCF-610D-C3B9-169B-B5B38BCD8FA4}"/>
          </ac:spMkLst>
        </pc:spChg>
        <pc:spChg chg="del">
          <ac:chgData name="Jacques Delort" userId="338bbbaa6367577a" providerId="LiveId" clId="{29EEF4E2-F752-45CC-A7DF-F1AD94B64117}" dt="2026-04-10T06:55:17.284" v="347" actId="478"/>
          <ac:spMkLst>
            <pc:docMk/>
            <pc:sldMk cId="466176374" sldId="257"/>
            <ac:spMk id="3" creationId="{B22DC5A7-FD6A-2E78-50EA-004212B51302}"/>
          </ac:spMkLst>
        </pc:spChg>
        <pc:spChg chg="mod">
          <ac:chgData name="Jacques Delort" userId="338bbbaa6367577a" providerId="LiveId" clId="{29EEF4E2-F752-45CC-A7DF-F1AD94B64117}" dt="2026-04-10T06:55:23.121" v="348"/>
          <ac:spMkLst>
            <pc:docMk/>
            <pc:sldMk cId="466176374" sldId="257"/>
            <ac:spMk id="6" creationId="{18073E24-11B7-EFD5-D635-1C7295D28735}"/>
          </ac:spMkLst>
        </pc:spChg>
        <pc:spChg chg="mod">
          <ac:chgData name="Jacques Delort" userId="338bbbaa6367577a" providerId="LiveId" clId="{29EEF4E2-F752-45CC-A7DF-F1AD94B64117}" dt="2026-04-10T06:55:23.121" v="348"/>
          <ac:spMkLst>
            <pc:docMk/>
            <pc:sldMk cId="466176374" sldId="257"/>
            <ac:spMk id="7" creationId="{98DFA410-3AB8-D2AB-20DD-96C96363338F}"/>
          </ac:spMkLst>
        </pc:spChg>
        <pc:spChg chg="mod">
          <ac:chgData name="Jacques Delort" userId="338bbbaa6367577a" providerId="LiveId" clId="{29EEF4E2-F752-45CC-A7DF-F1AD94B64117}" dt="2026-04-10T06:55:23.121" v="348"/>
          <ac:spMkLst>
            <pc:docMk/>
            <pc:sldMk cId="466176374" sldId="257"/>
            <ac:spMk id="8" creationId="{E256F578-58C9-9872-C024-4F5BDE2E221F}"/>
          </ac:spMkLst>
        </pc:spChg>
        <pc:spChg chg="mod">
          <ac:chgData name="Jacques Delort" userId="338bbbaa6367577a" providerId="LiveId" clId="{29EEF4E2-F752-45CC-A7DF-F1AD94B64117}" dt="2026-04-10T06:55:23.121" v="348"/>
          <ac:spMkLst>
            <pc:docMk/>
            <pc:sldMk cId="466176374" sldId="257"/>
            <ac:spMk id="9" creationId="{05908958-98B0-CECC-2026-9F423246B54B}"/>
          </ac:spMkLst>
        </pc:spChg>
        <pc:spChg chg="mod">
          <ac:chgData name="Jacques Delort" userId="338bbbaa6367577a" providerId="LiveId" clId="{29EEF4E2-F752-45CC-A7DF-F1AD94B64117}" dt="2026-04-10T06:55:23.121" v="348"/>
          <ac:spMkLst>
            <pc:docMk/>
            <pc:sldMk cId="466176374" sldId="257"/>
            <ac:spMk id="12" creationId="{43511189-25EF-4BAD-4EF6-4506C2320E56}"/>
          </ac:spMkLst>
        </pc:spChg>
        <pc:spChg chg="add del">
          <ac:chgData name="Jacques Delort" userId="338bbbaa6367577a" providerId="LiveId" clId="{29EEF4E2-F752-45CC-A7DF-F1AD94B64117}" dt="2026-04-10T06:55:48.289" v="350" actId="478"/>
          <ac:spMkLst>
            <pc:docMk/>
            <pc:sldMk cId="466176374" sldId="257"/>
            <ac:spMk id="13" creationId="{AEA49C23-6ADF-B749-ACD1-3A6DF2881DB1}"/>
          </ac:spMkLst>
        </pc:spChg>
        <pc:spChg chg="add mod">
          <ac:chgData name="Jacques Delort" userId="338bbbaa6367577a" providerId="LiveId" clId="{29EEF4E2-F752-45CC-A7DF-F1AD94B64117}" dt="2026-04-10T06:57:46.847" v="369" actId="1582"/>
          <ac:spMkLst>
            <pc:docMk/>
            <pc:sldMk cId="466176374" sldId="257"/>
            <ac:spMk id="14" creationId="{6117FE2E-19FD-B0C4-32AC-25A7A2201D14}"/>
          </ac:spMkLst>
        </pc:spChg>
        <pc:spChg chg="add mod">
          <ac:chgData name="Jacques Delort" userId="338bbbaa6367577a" providerId="LiveId" clId="{29EEF4E2-F752-45CC-A7DF-F1AD94B64117}" dt="2026-04-10T06:59:19.783" v="386" actId="20577"/>
          <ac:spMkLst>
            <pc:docMk/>
            <pc:sldMk cId="466176374" sldId="257"/>
            <ac:spMk id="24" creationId="{6F3108BE-78D5-35CF-1E94-D4075B475807}"/>
          </ac:spMkLst>
        </pc:spChg>
        <pc:spChg chg="add mod">
          <ac:chgData name="Jacques Delort" userId="338bbbaa6367577a" providerId="LiveId" clId="{29EEF4E2-F752-45CC-A7DF-F1AD94B64117}" dt="2026-04-10T06:59:37.748" v="391" actId="1076"/>
          <ac:spMkLst>
            <pc:docMk/>
            <pc:sldMk cId="466176374" sldId="257"/>
            <ac:spMk id="25" creationId="{4F5B20E5-7B57-A9A5-279D-599FC0CF2141}"/>
          </ac:spMkLst>
        </pc:spChg>
        <pc:spChg chg="add mod">
          <ac:chgData name="Jacques Delort" userId="338bbbaa6367577a" providerId="LiveId" clId="{29EEF4E2-F752-45CC-A7DF-F1AD94B64117}" dt="2026-04-10T07:00:20.067" v="399" actId="208"/>
          <ac:spMkLst>
            <pc:docMk/>
            <pc:sldMk cId="466176374" sldId="257"/>
            <ac:spMk id="26" creationId="{628D63E9-2997-3C76-93CC-0B4E45E74F65}"/>
          </ac:spMkLst>
        </pc:spChg>
        <pc:spChg chg="add mod">
          <ac:chgData name="Jacques Delort" userId="338bbbaa6367577a" providerId="LiveId" clId="{29EEF4E2-F752-45CC-A7DF-F1AD94B64117}" dt="2026-04-10T07:00:37.294" v="496" actId="1037"/>
          <ac:spMkLst>
            <pc:docMk/>
            <pc:sldMk cId="466176374" sldId="257"/>
            <ac:spMk id="27" creationId="{ED480462-02D5-CB95-5FB0-A430FDD63E39}"/>
          </ac:spMkLst>
        </pc:spChg>
        <pc:spChg chg="add mod">
          <ac:chgData name="Jacques Delort" userId="338bbbaa6367577a" providerId="LiveId" clId="{29EEF4E2-F752-45CC-A7DF-F1AD94B64117}" dt="2026-04-10T07:01:22.382" v="593" actId="207"/>
          <ac:spMkLst>
            <pc:docMk/>
            <pc:sldMk cId="466176374" sldId="257"/>
            <ac:spMk id="28" creationId="{AE9687CE-78F1-1B1E-20C7-72E9A37ADF68}"/>
          </ac:spMkLst>
        </pc:spChg>
        <pc:spChg chg="add mod">
          <ac:chgData name="Jacques Delort" userId="338bbbaa6367577a" providerId="LiveId" clId="{29EEF4E2-F752-45CC-A7DF-F1AD94B64117}" dt="2026-04-10T07:01:32.582" v="597" actId="20577"/>
          <ac:spMkLst>
            <pc:docMk/>
            <pc:sldMk cId="466176374" sldId="257"/>
            <ac:spMk id="29" creationId="{47E6A0B9-3652-CD3C-5772-E529F9A569D0}"/>
          </ac:spMkLst>
        </pc:spChg>
        <pc:spChg chg="add mod">
          <ac:chgData name="Jacques Delort" userId="338bbbaa6367577a" providerId="LiveId" clId="{29EEF4E2-F752-45CC-A7DF-F1AD94B64117}" dt="2026-04-10T10:42:25.618" v="1290" actId="20577"/>
          <ac:spMkLst>
            <pc:docMk/>
            <pc:sldMk cId="466176374" sldId="257"/>
            <ac:spMk id="30" creationId="{1B7DA06C-A9AB-541D-1F22-133CAC6B31FB}"/>
          </ac:spMkLst>
        </pc:spChg>
        <pc:spChg chg="add mod">
          <ac:chgData name="Jacques Delort" userId="338bbbaa6367577a" providerId="LiveId" clId="{29EEF4E2-F752-45CC-A7DF-F1AD94B64117}" dt="2026-04-10T07:05:39.740" v="713"/>
          <ac:spMkLst>
            <pc:docMk/>
            <pc:sldMk cId="466176374" sldId="257"/>
            <ac:spMk id="31" creationId="{FF3B531D-59FB-5D3D-3B16-CFB82027AD59}"/>
          </ac:spMkLst>
        </pc:spChg>
        <pc:spChg chg="add mod">
          <ac:chgData name="Jacques Delort" userId="338bbbaa6367577a" providerId="LiveId" clId="{29EEF4E2-F752-45CC-A7DF-F1AD94B64117}" dt="2026-04-10T07:14:54.857" v="875" actId="1076"/>
          <ac:spMkLst>
            <pc:docMk/>
            <pc:sldMk cId="466176374" sldId="257"/>
            <ac:spMk id="32" creationId="{24285536-4DA3-1E51-A6C7-C30CB5450609}"/>
          </ac:spMkLst>
        </pc:spChg>
        <pc:spChg chg="add mod">
          <ac:chgData name="Jacques Delort" userId="338bbbaa6367577a" providerId="LiveId" clId="{29EEF4E2-F752-45CC-A7DF-F1AD94B64117}" dt="2026-04-10T10:42:57.305" v="1299" actId="20577"/>
          <ac:spMkLst>
            <pc:docMk/>
            <pc:sldMk cId="466176374" sldId="257"/>
            <ac:spMk id="33" creationId="{91A98533-E728-A2F0-1EEF-BCB8B26C630D}"/>
          </ac:spMkLst>
        </pc:spChg>
        <pc:spChg chg="add mod">
          <ac:chgData name="Jacques Delort" userId="338bbbaa6367577a" providerId="LiveId" clId="{29EEF4E2-F752-45CC-A7DF-F1AD94B64117}" dt="2026-04-10T07:16:09.204" v="890" actId="1076"/>
          <ac:spMkLst>
            <pc:docMk/>
            <pc:sldMk cId="466176374" sldId="257"/>
            <ac:spMk id="34" creationId="{2E928A43-D245-4DD3-7C0D-49EE675CECEA}"/>
          </ac:spMkLst>
        </pc:spChg>
        <pc:spChg chg="add del mod">
          <ac:chgData name="Jacques Delort" userId="338bbbaa6367577a" providerId="LiveId" clId="{29EEF4E2-F752-45CC-A7DF-F1AD94B64117}" dt="2026-04-10T07:30:23.932" v="1204" actId="478"/>
          <ac:spMkLst>
            <pc:docMk/>
            <pc:sldMk cId="466176374" sldId="257"/>
            <ac:spMk id="35" creationId="{3DF7D8AA-8B7B-85F8-D209-BF9522E40C05}"/>
          </ac:spMkLst>
        </pc:spChg>
        <pc:spChg chg="add mod">
          <ac:chgData name="Jacques Delort" userId="338bbbaa6367577a" providerId="LiveId" clId="{29EEF4E2-F752-45CC-A7DF-F1AD94B64117}" dt="2026-04-11T07:19:39.778" v="1319" actId="1076"/>
          <ac:spMkLst>
            <pc:docMk/>
            <pc:sldMk cId="466176374" sldId="257"/>
            <ac:spMk id="36" creationId="{0FD51302-DB17-797D-5416-C10DCC618984}"/>
          </ac:spMkLst>
        </pc:spChg>
        <pc:spChg chg="add mod">
          <ac:chgData name="Jacques Delort" userId="338bbbaa6367577a" providerId="LiveId" clId="{29EEF4E2-F752-45CC-A7DF-F1AD94B64117}" dt="2026-04-11T07:19:36.885" v="1318" actId="1076"/>
          <ac:spMkLst>
            <pc:docMk/>
            <pc:sldMk cId="466176374" sldId="257"/>
            <ac:spMk id="37" creationId="{0DE26614-3059-854E-70BE-7CE17BD434EB}"/>
          </ac:spMkLst>
        </pc:spChg>
        <pc:spChg chg="add mod">
          <ac:chgData name="Jacques Delort" userId="338bbbaa6367577a" providerId="LiveId" clId="{29EEF4E2-F752-45CC-A7DF-F1AD94B64117}" dt="2026-04-11T08:18:06.663" v="1398" actId="20577"/>
          <ac:spMkLst>
            <pc:docMk/>
            <pc:sldMk cId="466176374" sldId="257"/>
            <ac:spMk id="38" creationId="{C554837C-1454-A045-A0BC-A7063C6F2F1C}"/>
          </ac:spMkLst>
        </pc:spChg>
        <pc:spChg chg="add mod">
          <ac:chgData name="Jacques Delort" userId="338bbbaa6367577a" providerId="LiveId" clId="{29EEF4E2-F752-45CC-A7DF-F1AD94B64117}" dt="2026-04-11T08:18:09.910" v="1399" actId="20577"/>
          <ac:spMkLst>
            <pc:docMk/>
            <pc:sldMk cId="466176374" sldId="257"/>
            <ac:spMk id="39" creationId="{1B091DF7-045E-882D-BB88-5EF5AF9DE3B6}"/>
          </ac:spMkLst>
        </pc:spChg>
        <pc:grpChg chg="add del mod">
          <ac:chgData name="Jacques Delort" userId="338bbbaa6367577a" providerId="LiveId" clId="{29EEF4E2-F752-45CC-A7DF-F1AD94B64117}" dt="2026-04-10T07:01:40.641" v="598" actId="478"/>
          <ac:grpSpMkLst>
            <pc:docMk/>
            <pc:sldMk cId="466176374" sldId="257"/>
            <ac:grpSpMk id="4" creationId="{482598EC-BE3B-FA0B-5EAF-59B41B67B4A6}"/>
          </ac:grpSpMkLst>
        </pc:grpChg>
        <pc:picChg chg="mod">
          <ac:chgData name="Jacques Delort" userId="338bbbaa6367577a" providerId="LiveId" clId="{29EEF4E2-F752-45CC-A7DF-F1AD94B64117}" dt="2026-04-10T06:55:23.121" v="348"/>
          <ac:picMkLst>
            <pc:docMk/>
            <pc:sldMk cId="466176374" sldId="257"/>
            <ac:picMk id="5" creationId="{60C45EEF-1C58-2C39-1418-EBDBC0C37352}"/>
          </ac:picMkLst>
        </pc:picChg>
        <pc:cxnChg chg="mod">
          <ac:chgData name="Jacques Delort" userId="338bbbaa6367577a" providerId="LiveId" clId="{29EEF4E2-F752-45CC-A7DF-F1AD94B64117}" dt="2026-04-10T06:55:23.121" v="348"/>
          <ac:cxnSpMkLst>
            <pc:docMk/>
            <pc:sldMk cId="466176374" sldId="257"/>
            <ac:cxnSpMk id="10" creationId="{B0177F50-BB42-8CB1-4FD1-CEABCB8C76BA}"/>
          </ac:cxnSpMkLst>
        </pc:cxnChg>
        <pc:cxnChg chg="mod">
          <ac:chgData name="Jacques Delort" userId="338bbbaa6367577a" providerId="LiveId" clId="{29EEF4E2-F752-45CC-A7DF-F1AD94B64117}" dt="2026-04-10T06:55:23.121" v="348"/>
          <ac:cxnSpMkLst>
            <pc:docMk/>
            <pc:sldMk cId="466176374" sldId="257"/>
            <ac:cxnSpMk id="11" creationId="{A8792C4B-7186-5B5C-BE69-53BEDEEB5E01}"/>
          </ac:cxnSpMkLst>
        </pc:cxnChg>
        <pc:cxnChg chg="add ord">
          <ac:chgData name="Jacques Delort" userId="338bbbaa6367577a" providerId="LiveId" clId="{29EEF4E2-F752-45CC-A7DF-F1AD94B64117}" dt="2026-04-10T06:57:52.733" v="370" actId="167"/>
          <ac:cxnSpMkLst>
            <pc:docMk/>
            <pc:sldMk cId="466176374" sldId="257"/>
            <ac:cxnSpMk id="16" creationId="{C8036C0F-BA69-C00D-4632-25F058B92FDE}"/>
          </ac:cxnSpMkLst>
        </pc:cxnChg>
        <pc:cxnChg chg="add mod">
          <ac:chgData name="Jacques Delort" userId="338bbbaa6367577a" providerId="LiveId" clId="{29EEF4E2-F752-45CC-A7DF-F1AD94B64117}" dt="2026-04-10T06:57:55.904" v="376" actId="1037"/>
          <ac:cxnSpMkLst>
            <pc:docMk/>
            <pc:sldMk cId="466176374" sldId="257"/>
            <ac:cxnSpMk id="17" creationId="{27A07246-CB15-597D-E4B6-4017E37FF795}"/>
          </ac:cxnSpMkLst>
        </pc:cxnChg>
        <pc:cxnChg chg="add mod">
          <ac:chgData name="Jacques Delort" userId="338bbbaa6367577a" providerId="LiveId" clId="{29EEF4E2-F752-45CC-A7DF-F1AD94B64117}" dt="2026-04-10T06:57:46.847" v="369" actId="1582"/>
          <ac:cxnSpMkLst>
            <pc:docMk/>
            <pc:sldMk cId="466176374" sldId="257"/>
            <ac:cxnSpMk id="21" creationId="{2B278DD9-C422-1B77-7000-D0E5D3972FE3}"/>
          </ac:cxnSpMkLst>
        </pc:cxnChg>
        <pc:cxnChg chg="add mod">
          <ac:chgData name="Jacques Delort" userId="338bbbaa6367577a" providerId="LiveId" clId="{29EEF4E2-F752-45CC-A7DF-F1AD94B64117}" dt="2026-04-10T06:58:20.174" v="379" actId="693"/>
          <ac:cxnSpMkLst>
            <pc:docMk/>
            <pc:sldMk cId="466176374" sldId="257"/>
            <ac:cxnSpMk id="23" creationId="{581D0EF4-9B1F-5B70-1763-48227446FBC3}"/>
          </ac:cxnSpMkLst>
        </pc:cxnChg>
      </pc:sldChg>
      <pc:sldChg chg="addSp delSp modSp add mod">
        <pc:chgData name="Jacques Delort" userId="338bbbaa6367577a" providerId="LiveId" clId="{29EEF4E2-F752-45CC-A7DF-F1AD94B64117}" dt="2026-04-10T08:00:52.565" v="1279" actId="6549"/>
        <pc:sldMkLst>
          <pc:docMk/>
          <pc:sldMk cId="3891265910" sldId="258"/>
        </pc:sldMkLst>
        <pc:spChg chg="add mod ord">
          <ac:chgData name="Jacques Delort" userId="338bbbaa6367577a" providerId="LiveId" clId="{29EEF4E2-F752-45CC-A7DF-F1AD94B64117}" dt="2026-04-10T07:22:14.558" v="1125" actId="164"/>
          <ac:spMkLst>
            <pc:docMk/>
            <pc:sldMk cId="3891265910" sldId="258"/>
            <ac:spMk id="4" creationId="{1258E929-AD3C-0663-CD96-E0A01381DFB4}"/>
          </ac:spMkLst>
        </pc:spChg>
        <pc:spChg chg="add mod">
          <ac:chgData name="Jacques Delort" userId="338bbbaa6367577a" providerId="LiveId" clId="{29EEF4E2-F752-45CC-A7DF-F1AD94B64117}" dt="2026-04-10T08:00:41.219" v="1278" actId="6549"/>
          <ac:spMkLst>
            <pc:docMk/>
            <pc:sldMk cId="3891265910" sldId="258"/>
            <ac:spMk id="6" creationId="{95C93AA5-2CC1-F794-F3D1-256E6B6AEC83}"/>
          </ac:spMkLst>
        </pc:spChg>
        <pc:spChg chg="mod">
          <ac:chgData name="Jacques Delort" userId="338bbbaa6367577a" providerId="LiveId" clId="{29EEF4E2-F752-45CC-A7DF-F1AD94B64117}" dt="2026-04-10T07:22:14.558" v="1125" actId="164"/>
          <ac:spMkLst>
            <pc:docMk/>
            <pc:sldMk cId="3891265910" sldId="258"/>
            <ac:spMk id="14" creationId="{DFFA76FE-AC70-C6E5-4517-B31BCDD84344}"/>
          </ac:spMkLst>
        </pc:spChg>
        <pc:spChg chg="mod">
          <ac:chgData name="Jacques Delort" userId="338bbbaa6367577a" providerId="LiveId" clId="{29EEF4E2-F752-45CC-A7DF-F1AD94B64117}" dt="2026-04-10T07:22:14.558" v="1125" actId="164"/>
          <ac:spMkLst>
            <pc:docMk/>
            <pc:sldMk cId="3891265910" sldId="258"/>
            <ac:spMk id="24" creationId="{FCD1E9F0-F249-40EC-5E7D-422AF6524B95}"/>
          </ac:spMkLst>
        </pc:spChg>
        <pc:spChg chg="mod">
          <ac:chgData name="Jacques Delort" userId="338bbbaa6367577a" providerId="LiveId" clId="{29EEF4E2-F752-45CC-A7DF-F1AD94B64117}" dt="2026-04-10T07:22:14.558" v="1125" actId="164"/>
          <ac:spMkLst>
            <pc:docMk/>
            <pc:sldMk cId="3891265910" sldId="258"/>
            <ac:spMk id="25" creationId="{628DBE10-D30F-7EE4-6E75-A149D83F03F5}"/>
          </ac:spMkLst>
        </pc:spChg>
        <pc:spChg chg="mod">
          <ac:chgData name="Jacques Delort" userId="338bbbaa6367577a" providerId="LiveId" clId="{29EEF4E2-F752-45CC-A7DF-F1AD94B64117}" dt="2026-04-10T07:22:14.558" v="1125" actId="164"/>
          <ac:spMkLst>
            <pc:docMk/>
            <pc:sldMk cId="3891265910" sldId="258"/>
            <ac:spMk id="26" creationId="{A9D75792-E6CF-DE70-BFAD-2457D4132760}"/>
          </ac:spMkLst>
        </pc:spChg>
        <pc:spChg chg="mod">
          <ac:chgData name="Jacques Delort" userId="338bbbaa6367577a" providerId="LiveId" clId="{29EEF4E2-F752-45CC-A7DF-F1AD94B64117}" dt="2026-04-10T07:22:14.558" v="1125" actId="164"/>
          <ac:spMkLst>
            <pc:docMk/>
            <pc:sldMk cId="3891265910" sldId="258"/>
            <ac:spMk id="27" creationId="{3C26B1E7-BE67-AF5D-6172-42878FE752C7}"/>
          </ac:spMkLst>
        </pc:spChg>
        <pc:spChg chg="mod">
          <ac:chgData name="Jacques Delort" userId="338bbbaa6367577a" providerId="LiveId" clId="{29EEF4E2-F752-45CC-A7DF-F1AD94B64117}" dt="2026-04-10T07:22:14.558" v="1125" actId="164"/>
          <ac:spMkLst>
            <pc:docMk/>
            <pc:sldMk cId="3891265910" sldId="258"/>
            <ac:spMk id="28" creationId="{037D0FC4-D975-31B5-EDA9-B59750B00659}"/>
          </ac:spMkLst>
        </pc:spChg>
        <pc:spChg chg="mod">
          <ac:chgData name="Jacques Delort" userId="338bbbaa6367577a" providerId="LiveId" clId="{29EEF4E2-F752-45CC-A7DF-F1AD94B64117}" dt="2026-04-10T07:22:14.558" v="1125" actId="164"/>
          <ac:spMkLst>
            <pc:docMk/>
            <pc:sldMk cId="3891265910" sldId="258"/>
            <ac:spMk id="29" creationId="{0BD6F182-21BD-102D-AA6C-1C5C71E53BF8}"/>
          </ac:spMkLst>
        </pc:spChg>
        <pc:spChg chg="mod">
          <ac:chgData name="Jacques Delort" userId="338bbbaa6367577a" providerId="LiveId" clId="{29EEF4E2-F752-45CC-A7DF-F1AD94B64117}" dt="2026-04-10T07:56:08.924" v="1276" actId="6549"/>
          <ac:spMkLst>
            <pc:docMk/>
            <pc:sldMk cId="3891265910" sldId="258"/>
            <ac:spMk id="30" creationId="{76E76206-519F-0CE4-FF47-2039FE295BDB}"/>
          </ac:spMkLst>
        </pc:spChg>
        <pc:spChg chg="mod">
          <ac:chgData name="Jacques Delort" userId="338bbbaa6367577a" providerId="LiveId" clId="{29EEF4E2-F752-45CC-A7DF-F1AD94B64117}" dt="2026-04-10T07:54:22.045" v="1273" actId="1076"/>
          <ac:spMkLst>
            <pc:docMk/>
            <pc:sldMk cId="3891265910" sldId="258"/>
            <ac:spMk id="32" creationId="{F43FCCA6-9B3B-B6DC-C577-A4D0253B7E43}"/>
          </ac:spMkLst>
        </pc:spChg>
        <pc:spChg chg="mod">
          <ac:chgData name="Jacques Delort" userId="338bbbaa6367577a" providerId="LiveId" clId="{29EEF4E2-F752-45CC-A7DF-F1AD94B64117}" dt="2026-04-10T08:00:52.565" v="1279" actId="6549"/>
          <ac:spMkLst>
            <pc:docMk/>
            <pc:sldMk cId="3891265910" sldId="258"/>
            <ac:spMk id="33" creationId="{23510A09-1220-1C3A-2BDD-5ACBAB9E09AF}"/>
          </ac:spMkLst>
        </pc:spChg>
        <pc:spChg chg="mod">
          <ac:chgData name="Jacques Delort" userId="338bbbaa6367577a" providerId="LiveId" clId="{29EEF4E2-F752-45CC-A7DF-F1AD94B64117}" dt="2026-04-10T07:22:14.558" v="1125" actId="164"/>
          <ac:spMkLst>
            <pc:docMk/>
            <pc:sldMk cId="3891265910" sldId="258"/>
            <ac:spMk id="34" creationId="{40796FEB-385C-0970-A44C-02DB51F3C09C}"/>
          </ac:spMkLst>
        </pc:spChg>
        <pc:grpChg chg="add mod">
          <ac:chgData name="Jacques Delort" userId="338bbbaa6367577a" providerId="LiveId" clId="{29EEF4E2-F752-45CC-A7DF-F1AD94B64117}" dt="2026-04-10T07:22:18.074" v="1153" actId="1037"/>
          <ac:grpSpMkLst>
            <pc:docMk/>
            <pc:sldMk cId="3891265910" sldId="258"/>
            <ac:grpSpMk id="5" creationId="{293B58F8-F738-E62D-B398-59CB8D0429C0}"/>
          </ac:grpSpMkLst>
        </pc:grpChg>
        <pc:cxnChg chg="mod">
          <ac:chgData name="Jacques Delort" userId="338bbbaa6367577a" providerId="LiveId" clId="{29EEF4E2-F752-45CC-A7DF-F1AD94B64117}" dt="2026-04-10T07:21:49.731" v="1124" actId="1037"/>
          <ac:cxnSpMkLst>
            <pc:docMk/>
            <pc:sldMk cId="3891265910" sldId="258"/>
            <ac:cxnSpMk id="16" creationId="{DBB32B79-3405-BCAF-3D4B-4415FDA71D47}"/>
          </ac:cxnSpMkLst>
        </pc:cxnChg>
        <pc:cxnChg chg="mod">
          <ac:chgData name="Jacques Delort" userId="338bbbaa6367577a" providerId="LiveId" clId="{29EEF4E2-F752-45CC-A7DF-F1AD94B64117}" dt="2026-04-10T07:21:49.731" v="1124" actId="1037"/>
          <ac:cxnSpMkLst>
            <pc:docMk/>
            <pc:sldMk cId="3891265910" sldId="258"/>
            <ac:cxnSpMk id="17" creationId="{7D5F46B1-29C5-3C5C-BEC9-9EADD2A123AE}"/>
          </ac:cxnSpMkLst>
        </pc:cxnChg>
        <pc:cxnChg chg="del mod">
          <ac:chgData name="Jacques Delort" userId="338bbbaa6367577a" providerId="LiveId" clId="{29EEF4E2-F752-45CC-A7DF-F1AD94B64117}" dt="2026-04-10T07:17:54.254" v="897" actId="478"/>
          <ac:cxnSpMkLst>
            <pc:docMk/>
            <pc:sldMk cId="3891265910" sldId="258"/>
            <ac:cxnSpMk id="21" creationId="{74078FF2-2D1C-37CF-53FA-029200FB0D52}"/>
          </ac:cxnSpMkLst>
        </pc:cxnChg>
        <pc:cxnChg chg="mod">
          <ac:chgData name="Jacques Delort" userId="338bbbaa6367577a" providerId="LiveId" clId="{29EEF4E2-F752-45CC-A7DF-F1AD94B64117}" dt="2026-04-10T07:21:49.731" v="1124" actId="1037"/>
          <ac:cxnSpMkLst>
            <pc:docMk/>
            <pc:sldMk cId="3891265910" sldId="258"/>
            <ac:cxnSpMk id="23" creationId="{20B55CB0-4820-B4F6-A5AC-AB06001D5EA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FC990C-0A84-637E-F4CC-FF48A1ACC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0F12341-9743-4C17-17A9-73FE0E5DFE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25C8FEA-0DAD-61CE-CFE4-58E11D1EC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75152E-204B-D530-0814-C9C18B7E0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DA22B9E-80E1-A9E6-E3D3-20EC42806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35092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3D31E3-9C25-B124-8769-37AF2DB23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6A69AC-AC94-3C43-C104-3E05EA343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BC4A36C-56EC-3FF0-4CCB-9042A75F5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AD73E7-0981-7F8A-AC63-95A4BAB6B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D135E1-0F78-917C-21CB-691005D37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4803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017E64-54A2-B2FB-1FC5-8B45ED684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B828AB4-44E1-1529-3C56-448B68DEC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7B3AF32-7B3D-F6F4-B6CE-78E057E3B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92B8E96-37A7-53DC-BCF9-2F791406D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7C571B-0BEF-0DE1-E2E1-69E1D54CF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762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BEC409-766A-4B0E-EDB8-CED98A78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9522D3A-6845-8403-09E6-463C08E06A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1A1EAC4-71A3-8635-3B8F-30C39ADF25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3B8E5A6-17EB-EBEE-15C6-F5ABEF1CA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F901A08-28D7-211B-418A-EE79AFA86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5AED77F-EA34-5ED9-14CB-A7E652A84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3907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6744DE-C802-BF6A-1D23-3F68A4055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7A84F67-D44B-B75C-EEF3-E7121F006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10A3C86-4317-B131-FBC8-528E83963F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3285313-723E-61B6-3B93-D27858E9A8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7606FDF-7CA4-C543-A93D-0C6704086C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E1FE94D-99D1-28FD-B36F-3D6E24384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036906-29F3-8D5A-B96C-10850D6FD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2BF9E98-6572-0DE9-802E-F521E5827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7946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3241F4-3FA9-DCE9-C84B-D32ECBDB3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3F43474-93C0-5E5D-45B9-904B2AF5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F6F45E2-4BDB-83DB-7C0A-676B13C0F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2750D2-F109-4E39-7467-6EBC7923F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6285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44F8377-1903-B6E6-857F-09272C0C3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BEE2F03-2E7A-A018-8BE1-B8F2E9B95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B5841A-C81A-B0BA-0FA3-647F884B7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1446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D585A5-1A7D-0F2A-BFC9-40D635E69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7B7607F-3D7F-7EA5-5341-942BB6DC5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30BBEE6-5480-B1F4-0026-810AB1726E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0222739-F88F-8FDB-B021-7EB360F28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6691B0F-3385-AE50-CD46-428E3D4F5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936FE46-B3A0-1683-7CE1-E42108C35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8867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6FDC98-AD1A-0E7E-C373-5F4FD2E33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27018EE-B831-2807-A627-4E373E8A0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D760B1F-4988-21A1-E04B-E3C85BDBB6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A60F576-50B4-FA45-CC03-83AAE090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CB77900-A3E2-0981-D350-354706E7E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265E9B7-CE61-F54A-3DC2-B5E767D5C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1352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A8F351-7538-6F73-FF4B-D94D40C98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366DF2A-3B5B-4B81-5F85-32645B942C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74F896-AB50-4B31-7001-CCFD3DBFF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F6D594-1880-1737-811A-931B04FE1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60DCEA-A9B1-C6F0-A390-74B60A758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8101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66EBC70-17E9-0727-C6D3-66BFE427D0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1594999-623C-96A6-1912-DABF9180AD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7DB8D13-AB4C-32A2-48D8-66E25F1E8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5489AE6-1E38-A877-FBD9-B57CBCFCA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3DF111-5789-90E7-1B61-25F710A17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370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F33AE7E-C3D0-A696-4FF7-2ACB65AD5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AFE61F8-8375-6F50-1B88-8EF0FC795F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5951320-E814-9DE9-2F81-C082FECDB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949CA5-6C38-42AB-BB91-5D67F6A6AF4C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3C97CC-6C06-82B4-0603-FEDEEB1518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5A4F18-49FD-F7EB-D214-69C31617E3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F78A4A-B61D-4349-941E-EB673B3F8B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2328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64955ABD-3B7A-A73E-D92F-678FD8171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36" y="4232770"/>
            <a:ext cx="4606554" cy="722597"/>
          </a:xfrm>
          <a:prstGeom prst="rect">
            <a:avLst/>
          </a:prstGeom>
        </p:spPr>
      </p:pic>
      <p:pic>
        <p:nvPicPr>
          <p:cNvPr id="9" name="Image 8" descr="Une image contenant Police, ligne, nombr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6A9BBBC6-6DB6-887C-178A-90743CC69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56" y="1042860"/>
            <a:ext cx="1684280" cy="1000041"/>
          </a:xfrm>
          <a:prstGeom prst="rect">
            <a:avLst/>
          </a:prstGeom>
        </p:spPr>
      </p:pic>
      <p:pic>
        <p:nvPicPr>
          <p:cNvPr id="11" name="Image 10" descr="Une image contenant texte, Polic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82DB9682-F61E-23EB-EA5E-93F8B0DAB88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465"/>
          <a:stretch>
            <a:fillRect/>
          </a:stretch>
        </p:blipFill>
        <p:spPr>
          <a:xfrm>
            <a:off x="241064" y="3129363"/>
            <a:ext cx="2312534" cy="89219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E587827-12D3-9A05-7ED1-353375E999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656" y="321764"/>
            <a:ext cx="2107057" cy="569942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313FF1FB-833F-2B96-8A0F-215C3BCB96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425" y="2096947"/>
            <a:ext cx="1479852" cy="719373"/>
          </a:xfrm>
          <a:prstGeom prst="rect">
            <a:avLst/>
          </a:prstGeom>
        </p:spPr>
      </p:pic>
      <p:grpSp>
        <p:nvGrpSpPr>
          <p:cNvPr id="32" name="Groupe 31">
            <a:extLst>
              <a:ext uri="{FF2B5EF4-FFF2-40B4-BE49-F238E27FC236}">
                <a16:creationId xmlns:a16="http://schemas.microsoft.com/office/drawing/2014/main" id="{E00ED1F6-2E7F-892D-DDB3-48014CB830DE}"/>
              </a:ext>
            </a:extLst>
          </p:cNvPr>
          <p:cNvGrpSpPr/>
          <p:nvPr/>
        </p:nvGrpSpPr>
        <p:grpSpPr>
          <a:xfrm>
            <a:off x="5129890" y="606735"/>
            <a:ext cx="5650886" cy="3453319"/>
            <a:chOff x="5129890" y="606735"/>
            <a:chExt cx="5650886" cy="3453319"/>
          </a:xfrm>
        </p:grpSpPr>
        <p:pic>
          <p:nvPicPr>
            <p:cNvPr id="5" name="Image 4" descr="Une image contenant diagramme, ligne, Tracé&#10;&#10;Le contenu généré par l’IA peut être incorrect.">
              <a:extLst>
                <a:ext uri="{FF2B5EF4-FFF2-40B4-BE49-F238E27FC236}">
                  <a16:creationId xmlns:a16="http://schemas.microsoft.com/office/drawing/2014/main" id="{34F30522-30F5-AAF9-0EBD-A24E55D7D6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29890" y="606735"/>
              <a:ext cx="5650886" cy="3453319"/>
            </a:xfrm>
            <a:prstGeom prst="rect">
              <a:avLst/>
            </a:prstGeom>
          </p:spPr>
        </p:pic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DC441760-0B17-48FD-39EF-9CD35F96D691}"/>
                </a:ext>
              </a:extLst>
            </p:cNvPr>
            <p:cNvSpPr/>
            <p:nvPr/>
          </p:nvSpPr>
          <p:spPr>
            <a:xfrm>
              <a:off x="7641431" y="2454252"/>
              <a:ext cx="138113" cy="1151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C54A4912-26E7-0E64-A8F3-6B8A5D25329E}"/>
                </a:ext>
              </a:extLst>
            </p:cNvPr>
            <p:cNvSpPr/>
            <p:nvPr/>
          </p:nvSpPr>
          <p:spPr>
            <a:xfrm>
              <a:off x="7655718" y="1144562"/>
              <a:ext cx="138113" cy="1151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75C3ABC4-8FEB-BD03-632A-80CFB7C7FC37}"/>
                </a:ext>
              </a:extLst>
            </p:cNvPr>
            <p:cNvSpPr/>
            <p:nvPr/>
          </p:nvSpPr>
          <p:spPr>
            <a:xfrm>
              <a:off x="7646194" y="3755556"/>
              <a:ext cx="138113" cy="1151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3D166648-9F59-898B-E872-392C056F6234}"/>
                </a:ext>
              </a:extLst>
            </p:cNvPr>
            <p:cNvSpPr/>
            <p:nvPr/>
          </p:nvSpPr>
          <p:spPr>
            <a:xfrm>
              <a:off x="7653814" y="2620176"/>
              <a:ext cx="138113" cy="1151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CEA085BD-9A3A-9872-27A5-3F4B482942D5}"/>
                </a:ext>
              </a:extLst>
            </p:cNvPr>
            <p:cNvCxnSpPr/>
            <p:nvPr/>
          </p:nvCxnSpPr>
          <p:spPr>
            <a:xfrm flipV="1">
              <a:off x="7715250" y="839874"/>
              <a:ext cx="0" cy="3017520"/>
            </a:xfrm>
            <a:prstGeom prst="straightConnector1">
              <a:avLst/>
            </a:prstGeom>
            <a:ln w="28575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avec flèche 26">
              <a:extLst>
                <a:ext uri="{FF2B5EF4-FFF2-40B4-BE49-F238E27FC236}">
                  <a16:creationId xmlns:a16="http://schemas.microsoft.com/office/drawing/2014/main" id="{35F92EA9-68F1-05F3-6108-13BEB98A155A}"/>
                </a:ext>
              </a:extLst>
            </p:cNvPr>
            <p:cNvCxnSpPr>
              <a:cxnSpLocks/>
            </p:cNvCxnSpPr>
            <p:nvPr/>
          </p:nvCxnSpPr>
          <p:spPr>
            <a:xfrm>
              <a:off x="5715000" y="3870673"/>
              <a:ext cx="4000500" cy="0"/>
            </a:xfrm>
            <a:prstGeom prst="straightConnector1">
              <a:avLst/>
            </a:prstGeom>
            <a:ln w="28575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451E55E2-CFEB-3808-23B3-E56951E90088}"/>
                </a:ext>
              </a:extLst>
            </p:cNvPr>
            <p:cNvSpPr txBox="1"/>
            <p:nvPr/>
          </p:nvSpPr>
          <p:spPr>
            <a:xfrm>
              <a:off x="7710487" y="3512696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O</a:t>
              </a:r>
            </a:p>
          </p:txBody>
        </p:sp>
      </p:grpSp>
      <p:pic>
        <p:nvPicPr>
          <p:cNvPr id="34" name="Image 33">
            <a:extLst>
              <a:ext uri="{FF2B5EF4-FFF2-40B4-BE49-F238E27FC236}">
                <a16:creationId xmlns:a16="http://schemas.microsoft.com/office/drawing/2014/main" id="{40014A12-14DF-4A4F-791C-DFCCEA33A8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91927" y="4912704"/>
            <a:ext cx="3383770" cy="487892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33231253-38BD-FA72-BD4F-32E979CF7FF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91927" y="5467479"/>
            <a:ext cx="2154799" cy="347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1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C8036C0F-BA69-C00D-4632-25F058B92FDE}"/>
              </a:ext>
            </a:extLst>
          </p:cNvPr>
          <p:cNvCxnSpPr/>
          <p:nvPr/>
        </p:nvCxnSpPr>
        <p:spPr>
          <a:xfrm>
            <a:off x="1140431" y="1259679"/>
            <a:ext cx="3729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c 13">
            <a:extLst>
              <a:ext uri="{FF2B5EF4-FFF2-40B4-BE49-F238E27FC236}">
                <a16:creationId xmlns:a16="http://schemas.microsoft.com/office/drawing/2014/main" id="{6117FE2E-19FD-B0C4-32AC-25A7A2201D14}"/>
              </a:ext>
            </a:extLst>
          </p:cNvPr>
          <p:cNvSpPr/>
          <p:nvPr/>
        </p:nvSpPr>
        <p:spPr>
          <a:xfrm>
            <a:off x="1531098" y="1259678"/>
            <a:ext cx="1952088" cy="5598322"/>
          </a:xfrm>
          <a:prstGeom prst="arc">
            <a:avLst>
              <a:gd name="adj1" fmla="val 16200000"/>
              <a:gd name="adj2" fmla="val 201173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27A07246-CB15-597D-E4B6-4017E37FF795}"/>
              </a:ext>
            </a:extLst>
          </p:cNvPr>
          <p:cNvCxnSpPr>
            <a:cxnSpLocks/>
          </p:cNvCxnSpPr>
          <p:nvPr/>
        </p:nvCxnSpPr>
        <p:spPr>
          <a:xfrm>
            <a:off x="1083281" y="1259679"/>
            <a:ext cx="0" cy="2622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B278DD9-C422-1B77-7000-D0E5D3972FE3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058484" y="1259678"/>
            <a:ext cx="144865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581D0EF4-9B1F-5B70-1763-48227446FBC3}"/>
              </a:ext>
            </a:extLst>
          </p:cNvPr>
          <p:cNvCxnSpPr>
            <a:cxnSpLocks/>
          </p:cNvCxnSpPr>
          <p:nvPr/>
        </p:nvCxnSpPr>
        <p:spPr>
          <a:xfrm>
            <a:off x="3490142" y="1259679"/>
            <a:ext cx="0" cy="2622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6F3108BE-78D5-35CF-1E94-D4075B475807}"/>
              </a:ext>
            </a:extLst>
          </p:cNvPr>
          <p:cNvSpPr txBox="1"/>
          <p:nvPr/>
        </p:nvSpPr>
        <p:spPr>
          <a:xfrm>
            <a:off x="3339557" y="832788"/>
            <a:ext cx="589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xrov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4F5B20E5-7B57-A9A5-279D-599FC0CF2141}"/>
              </a:ext>
            </a:extLst>
          </p:cNvPr>
          <p:cNvSpPr txBox="1"/>
          <p:nvPr/>
        </p:nvSpPr>
        <p:spPr>
          <a:xfrm>
            <a:off x="370513" y="3328030"/>
            <a:ext cx="591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yrov</a:t>
            </a:r>
            <a:endParaRPr lang="fr-FR" dirty="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628D63E9-2997-3C76-93CC-0B4E45E74F65}"/>
              </a:ext>
            </a:extLst>
          </p:cNvPr>
          <p:cNvSpPr/>
          <p:nvPr/>
        </p:nvSpPr>
        <p:spPr>
          <a:xfrm>
            <a:off x="3421735" y="3572607"/>
            <a:ext cx="93597" cy="99277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ED480462-02D5-CB95-5FB0-A430FDD63E39}"/>
              </a:ext>
            </a:extLst>
          </p:cNvPr>
          <p:cNvSpPr/>
          <p:nvPr/>
        </p:nvSpPr>
        <p:spPr>
          <a:xfrm>
            <a:off x="1026147" y="1218113"/>
            <a:ext cx="93597" cy="99277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AE9687CE-78F1-1B1E-20C7-72E9A37ADF68}"/>
              </a:ext>
            </a:extLst>
          </p:cNvPr>
          <p:cNvSpPr/>
          <p:nvPr/>
        </p:nvSpPr>
        <p:spPr>
          <a:xfrm>
            <a:off x="2505623" y="1207842"/>
            <a:ext cx="93597" cy="9927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47E6A0B9-3652-CD3C-5772-E529F9A569D0}"/>
              </a:ext>
            </a:extLst>
          </p:cNvPr>
          <p:cNvSpPr txBox="1"/>
          <p:nvPr/>
        </p:nvSpPr>
        <p:spPr>
          <a:xfrm>
            <a:off x="2304395" y="781977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xH</a:t>
            </a:r>
            <a:endParaRPr lang="fr-F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1B7DA06C-A9AB-541D-1F22-133CAC6B31FB}"/>
                  </a:ext>
                </a:extLst>
              </p:cNvPr>
              <p:cNvSpPr txBox="1"/>
              <p:nvPr/>
            </p:nvSpPr>
            <p:spPr>
              <a:xfrm>
                <a:off x="6122082" y="1033447"/>
                <a:ext cx="5278561" cy="5666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𝑃𝑜𝑢𝑟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≤ 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≤ 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𝑟𝑜𝑣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𝑐h</m:t>
                          </m:r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</m:e>
                          </m:d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 −1</m:t>
                          </m:r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1B7DA06C-A9AB-541D-1F22-133CAC6B3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082" y="1033447"/>
                <a:ext cx="5278561" cy="56669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24285536-4DA3-1E51-A6C7-C30CB5450609}"/>
                  </a:ext>
                </a:extLst>
              </p:cNvPr>
              <p:cNvSpPr txBox="1"/>
              <p:nvPr/>
            </p:nvSpPr>
            <p:spPr>
              <a:xfrm>
                <a:off x="6245372" y="2312416"/>
                <a:ext cx="2543132" cy="5168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L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𝑠h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𝑟𝑜𝑣</m:t>
                                </m:r>
                              </m:sub>
                            </m:s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</m:num>
                          <m:den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24285536-4DA3-1E51-A6C7-C30CB5450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5372" y="2312416"/>
                <a:ext cx="2543132" cy="516873"/>
              </a:xfrm>
              <a:prstGeom prst="rect">
                <a:avLst/>
              </a:prstGeom>
              <a:blipFill>
                <a:blip r:embed="rId3"/>
                <a:stretch>
                  <a:fillRect l="-2158" b="-470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91A98533-E728-A2F0-1EEF-BCB8B26C630D}"/>
                  </a:ext>
                </a:extLst>
              </p:cNvPr>
              <p:cNvSpPr txBox="1"/>
              <p:nvPr/>
            </p:nvSpPr>
            <p:spPr>
              <a:xfrm>
                <a:off x="6245372" y="1598345"/>
                <a:ext cx="3026982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𝑟𝑜𝑣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𝑐h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𝑟𝑜𝑣</m:t>
                                    </m:r>
                                  </m:sub>
                                </m:s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 − 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den>
                            </m:f>
                          </m:e>
                        </m:d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−1</m:t>
                        </m:r>
                      </m:e>
                    </m:d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91A98533-E728-A2F0-1EEF-BCB8B26C6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5372" y="1598345"/>
                <a:ext cx="3026982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ZoneTexte 33">
            <a:extLst>
              <a:ext uri="{FF2B5EF4-FFF2-40B4-BE49-F238E27FC236}">
                <a16:creationId xmlns:a16="http://schemas.microsoft.com/office/drawing/2014/main" id="{2E928A43-D245-4DD3-7C0D-49EE675CECEA}"/>
              </a:ext>
            </a:extLst>
          </p:cNvPr>
          <p:cNvSpPr txBox="1"/>
          <p:nvPr/>
        </p:nvSpPr>
        <p:spPr>
          <a:xfrm>
            <a:off x="670633" y="857904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(0, 0)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0FD51302-DB17-797D-5416-C10DCC618984}"/>
                  </a:ext>
                </a:extLst>
              </p:cNvPr>
              <p:cNvSpPr txBox="1"/>
              <p:nvPr/>
            </p:nvSpPr>
            <p:spPr>
              <a:xfrm>
                <a:off x="6062322" y="5571118"/>
                <a:ext cx="1767663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𝑠h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𝑟𝑜𝑣</m:t>
                                </m:r>
                              </m:sub>
                            </m:s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num>
                          <m:den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0FD51302-DB17-797D-5416-C10DCC618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2322" y="5571118"/>
                <a:ext cx="1767663" cy="506870"/>
              </a:xfrm>
              <a:prstGeom prst="rect">
                <a:avLst/>
              </a:prstGeom>
              <a:blipFill>
                <a:blip r:embed="rId5"/>
                <a:stretch>
                  <a:fillRect b="-72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0DE26614-3059-854E-70BE-7CE17BD434EB}"/>
                  </a:ext>
                </a:extLst>
              </p:cNvPr>
              <p:cNvSpPr txBox="1"/>
              <p:nvPr/>
            </p:nvSpPr>
            <p:spPr>
              <a:xfrm>
                <a:off x="6062322" y="4878565"/>
                <a:ext cx="2646494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𝑟𝑜𝑣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𝑐h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𝑟𝑜𝑣</m:t>
                                    </m:r>
                                  </m:sub>
                                </m:s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den>
                            </m:f>
                          </m:e>
                        </m:d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−1</m:t>
                        </m:r>
                      </m:e>
                    </m:d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0DE26614-3059-854E-70BE-7CE17BD43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2322" y="4878565"/>
                <a:ext cx="2646494" cy="50687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C554837C-1454-A045-A0BC-A7063C6F2F1C}"/>
                  </a:ext>
                </a:extLst>
              </p:cNvPr>
              <p:cNvSpPr txBox="1"/>
              <p:nvPr/>
            </p:nvSpPr>
            <p:spPr>
              <a:xfrm>
                <a:off x="6245372" y="3017529"/>
                <a:ext cx="3082767" cy="5090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𝑎𝑐h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𝑟𝑜𝑣</m:t>
                                  </m:r>
                                </m:sub>
                              </m:s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num>
                            <m:den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𝑟𝑜𝑣</m:t>
                                  </m:r>
                                </m:sub>
                              </m:s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C554837C-1454-A045-A0BC-A7063C6F2F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5372" y="3017529"/>
                <a:ext cx="3082767" cy="5090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1B091DF7-045E-882D-BB88-5EF5AF9DE3B6}"/>
                  </a:ext>
                </a:extLst>
              </p:cNvPr>
              <p:cNvSpPr txBox="1"/>
              <p:nvPr/>
            </p:nvSpPr>
            <p:spPr>
              <a:xfrm>
                <a:off x="6245372" y="3616747"/>
                <a:ext cx="3099310" cy="5090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𝑟𝑜𝑣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𝑎𝑐h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𝑟𝑜𝑣</m:t>
                                  </m:r>
                                </m:sub>
                              </m:s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num>
                            <m:den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1B091DF7-045E-882D-BB88-5EF5AF9DE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5372" y="3616747"/>
                <a:ext cx="3099310" cy="50905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176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75343-6E10-1FE1-5C53-6F945898A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76E76206-519F-0CE4-FF47-2039FE295BDB}"/>
                  </a:ext>
                </a:extLst>
              </p:cNvPr>
              <p:cNvSpPr txBox="1"/>
              <p:nvPr/>
            </p:nvSpPr>
            <p:spPr>
              <a:xfrm>
                <a:off x="7006546" y="1033083"/>
                <a:ext cx="5097741" cy="5666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𝑃𝑜𝑢𝑟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≤ 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≤ 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𝑟𝑜𝑣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𝑐h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sSub>
                                <m:sSub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76E76206-519F-0CE4-FF47-2039FE295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6546" y="1033083"/>
                <a:ext cx="5097741" cy="56669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F43FCCA6-9B3B-B6DC-C577-A4D0253B7E43}"/>
                  </a:ext>
                </a:extLst>
              </p:cNvPr>
              <p:cNvSpPr txBox="1"/>
              <p:nvPr/>
            </p:nvSpPr>
            <p:spPr>
              <a:xfrm>
                <a:off x="7116791" y="3137926"/>
                <a:ext cx="3328604" cy="5821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L =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𝑠h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𝑟𝑜𝑣</m:t>
                                    </m:r>
                                  </m:sub>
                                </m:s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den>
                            </m:f>
                          </m:e>
                        </m:d>
                        <m:r>
                          <a:rPr lang="fr-FR" i="1"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𝑠h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F43FCCA6-9B3B-B6DC-C577-A4D0253B7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6791" y="3137926"/>
                <a:ext cx="3328604" cy="582147"/>
              </a:xfrm>
              <a:prstGeom prst="rect">
                <a:avLst/>
              </a:prstGeom>
              <a:blipFill>
                <a:blip r:embed="rId3"/>
                <a:stretch>
                  <a:fillRect l="-146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23510A09-1220-1C3A-2BDD-5ACBAB9E09AF}"/>
                  </a:ext>
                </a:extLst>
              </p:cNvPr>
              <p:cNvSpPr txBox="1"/>
              <p:nvPr/>
            </p:nvSpPr>
            <p:spPr>
              <a:xfrm>
                <a:off x="7051727" y="2356672"/>
                <a:ext cx="3277179" cy="5666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𝑟𝑜𝑣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𝑐h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𝑟𝑜𝑣</m:t>
                                  </m:r>
                                </m:sub>
                              </m:s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sSub>
                                <m:sSub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23510A09-1220-1C3A-2BDD-5ACBAB9E0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727" y="2356672"/>
                <a:ext cx="3277179" cy="5666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e 4">
            <a:extLst>
              <a:ext uri="{FF2B5EF4-FFF2-40B4-BE49-F238E27FC236}">
                <a16:creationId xmlns:a16="http://schemas.microsoft.com/office/drawing/2014/main" id="{293B58F8-F738-E62D-B398-59CB8D0429C0}"/>
              </a:ext>
            </a:extLst>
          </p:cNvPr>
          <p:cNvGrpSpPr/>
          <p:nvPr/>
        </p:nvGrpSpPr>
        <p:grpSpPr>
          <a:xfrm>
            <a:off x="-4124921" y="303538"/>
            <a:ext cx="10251122" cy="9223970"/>
            <a:chOff x="-3782021" y="671838"/>
            <a:chExt cx="10251122" cy="9223970"/>
          </a:xfrm>
        </p:grpSpPr>
        <p:sp>
          <p:nvSpPr>
            <p:cNvPr id="4" name="Arc 3">
              <a:extLst>
                <a:ext uri="{FF2B5EF4-FFF2-40B4-BE49-F238E27FC236}">
                  <a16:creationId xmlns:a16="http://schemas.microsoft.com/office/drawing/2014/main" id="{1258E929-AD3C-0663-CD96-E0A01381DFB4}"/>
                </a:ext>
              </a:extLst>
            </p:cNvPr>
            <p:cNvSpPr/>
            <p:nvPr/>
          </p:nvSpPr>
          <p:spPr>
            <a:xfrm>
              <a:off x="-3782021" y="1173499"/>
              <a:ext cx="9173027" cy="8722309"/>
            </a:xfrm>
            <a:prstGeom prst="arc">
              <a:avLst>
                <a:gd name="adj1" fmla="val 17723212"/>
                <a:gd name="adj2" fmla="val 20387261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DBB32B79-3405-BCAF-3D4B-4415FDA71D47}"/>
                </a:ext>
              </a:extLst>
            </p:cNvPr>
            <p:cNvCxnSpPr/>
            <p:nvPr/>
          </p:nvCxnSpPr>
          <p:spPr>
            <a:xfrm>
              <a:off x="2739581" y="1546415"/>
              <a:ext cx="37295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DFFA76FE-AC70-C6E5-4517-B31BCDD84344}"/>
                </a:ext>
              </a:extLst>
            </p:cNvPr>
            <p:cNvSpPr/>
            <p:nvPr/>
          </p:nvSpPr>
          <p:spPr>
            <a:xfrm>
              <a:off x="-3782021" y="1173089"/>
              <a:ext cx="9173027" cy="8722309"/>
            </a:xfrm>
            <a:prstGeom prst="arc">
              <a:avLst>
                <a:gd name="adj1" fmla="val 16291574"/>
                <a:gd name="adj2" fmla="val 17678338"/>
              </a:avLst>
            </a:prstGeom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7" name="Connecteur droit avec flèche 16">
              <a:extLst>
                <a:ext uri="{FF2B5EF4-FFF2-40B4-BE49-F238E27FC236}">
                  <a16:creationId xmlns:a16="http://schemas.microsoft.com/office/drawing/2014/main" id="{7D5F46B1-29C5-3C5C-BEC9-9EADD2A123AE}"/>
                </a:ext>
              </a:extLst>
            </p:cNvPr>
            <p:cNvCxnSpPr>
              <a:cxnSpLocks/>
            </p:cNvCxnSpPr>
            <p:nvPr/>
          </p:nvCxnSpPr>
          <p:spPr>
            <a:xfrm>
              <a:off x="2682431" y="1574990"/>
              <a:ext cx="0" cy="262234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22">
              <a:extLst>
                <a:ext uri="{FF2B5EF4-FFF2-40B4-BE49-F238E27FC236}">
                  <a16:creationId xmlns:a16="http://schemas.microsoft.com/office/drawing/2014/main" id="{20B55CB0-4820-B4F6-A5AC-AB06001D5EA3}"/>
                </a:ext>
              </a:extLst>
            </p:cNvPr>
            <p:cNvCxnSpPr>
              <a:cxnSpLocks/>
            </p:cNvCxnSpPr>
            <p:nvPr/>
          </p:nvCxnSpPr>
          <p:spPr>
            <a:xfrm>
              <a:off x="5089292" y="1574990"/>
              <a:ext cx="0" cy="2622349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CD1E9F0-F249-40EC-5E7D-422AF6524B95}"/>
                </a:ext>
              </a:extLst>
            </p:cNvPr>
            <p:cNvSpPr txBox="1"/>
            <p:nvPr/>
          </p:nvSpPr>
          <p:spPr>
            <a:xfrm>
              <a:off x="4938707" y="1129049"/>
              <a:ext cx="5896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err="1"/>
                <a:t>xrov</a:t>
              </a:r>
              <a:endParaRPr lang="fr-FR" dirty="0"/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628DBE10-D30F-7EE4-6E75-A149D83F03F5}"/>
                </a:ext>
              </a:extLst>
            </p:cNvPr>
            <p:cNvSpPr txBox="1"/>
            <p:nvPr/>
          </p:nvSpPr>
          <p:spPr>
            <a:xfrm>
              <a:off x="1969663" y="3643341"/>
              <a:ext cx="5912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err="1"/>
                <a:t>yrov</a:t>
              </a:r>
              <a:endParaRPr lang="fr-FR" dirty="0"/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9D75792-E6CF-DE70-BFAD-2457D4132760}"/>
                </a:ext>
              </a:extLst>
            </p:cNvPr>
            <p:cNvSpPr/>
            <p:nvPr/>
          </p:nvSpPr>
          <p:spPr>
            <a:xfrm>
              <a:off x="5020885" y="3887918"/>
              <a:ext cx="93597" cy="99277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3C26B1E7-BE67-AF5D-6172-42878FE752C7}"/>
                </a:ext>
              </a:extLst>
            </p:cNvPr>
            <p:cNvSpPr/>
            <p:nvPr/>
          </p:nvSpPr>
          <p:spPr>
            <a:xfrm>
              <a:off x="2625297" y="1504849"/>
              <a:ext cx="93597" cy="99277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037D0FC4-D975-31B5-EDA9-B59750B00659}"/>
                </a:ext>
              </a:extLst>
            </p:cNvPr>
            <p:cNvSpPr/>
            <p:nvPr/>
          </p:nvSpPr>
          <p:spPr>
            <a:xfrm>
              <a:off x="883956" y="1133256"/>
              <a:ext cx="93597" cy="99277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0BD6F182-21BD-102D-AA6C-1C5C71E53BF8}"/>
                </a:ext>
              </a:extLst>
            </p:cNvPr>
            <p:cNvSpPr txBox="1"/>
            <p:nvPr/>
          </p:nvSpPr>
          <p:spPr>
            <a:xfrm>
              <a:off x="623315" y="671838"/>
              <a:ext cx="450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err="1"/>
                <a:t>xH</a:t>
              </a:r>
              <a:endParaRPr lang="fr-FR" dirty="0"/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40796FEB-385C-0970-A44C-02DB51F3C09C}"/>
                </a:ext>
              </a:extLst>
            </p:cNvPr>
            <p:cNvSpPr txBox="1"/>
            <p:nvPr/>
          </p:nvSpPr>
          <p:spPr>
            <a:xfrm>
              <a:off x="3567277" y="759717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(0, 0)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95C93AA5-2CC1-F794-F3D1-256E6B6AEC83}"/>
                  </a:ext>
                </a:extLst>
              </p:cNvPr>
              <p:cNvSpPr txBox="1"/>
              <p:nvPr/>
            </p:nvSpPr>
            <p:spPr>
              <a:xfrm>
                <a:off x="7083058" y="1764500"/>
                <a:ext cx="2425600" cy="5666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0=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𝑐h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− </m:t>
                              </m:r>
                              <m:sSub>
                                <m:sSub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95C93AA5-2CC1-F794-F3D1-256E6B6AE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058" y="1764500"/>
                <a:ext cx="2425600" cy="5666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26591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1558</TotalTime>
  <Words>98</Words>
  <Application>Microsoft Office PowerPoint</Application>
  <PresentationFormat>Grand écran</PresentationFormat>
  <Paragraphs>20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Jacques Delort</dc:creator>
  <cp:lastModifiedBy>Jacques Delort</cp:lastModifiedBy>
  <cp:revision>1</cp:revision>
  <dcterms:created xsi:type="dcterms:W3CDTF">2026-02-05T05:20:12Z</dcterms:created>
  <dcterms:modified xsi:type="dcterms:W3CDTF">2026-04-11T08:18:14Z</dcterms:modified>
</cp:coreProperties>
</file>