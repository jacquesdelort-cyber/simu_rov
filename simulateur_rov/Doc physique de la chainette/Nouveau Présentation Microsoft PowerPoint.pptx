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C93324-FAF7-48D1-A15B-2D9FB126D95D}" v="8" dt="2026-02-05T05:38:07.7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ques Delort" userId="338bbbaa6367577a" providerId="LiveId" clId="{29EEF4E2-F752-45CC-A7DF-F1AD94B64117}"/>
    <pc:docChg chg="undo custSel addSld modSld">
      <pc:chgData name="Jacques Delort" userId="338bbbaa6367577a" providerId="LiveId" clId="{29EEF4E2-F752-45CC-A7DF-F1AD94B64117}" dt="2026-02-05T05:52:08.981" v="345" actId="1076"/>
      <pc:docMkLst>
        <pc:docMk/>
      </pc:docMkLst>
      <pc:sldChg chg="addSp delSp modSp new mod">
        <pc:chgData name="Jacques Delort" userId="338bbbaa6367577a" providerId="LiveId" clId="{29EEF4E2-F752-45CC-A7DF-F1AD94B64117}" dt="2026-02-05T05:52:08.981" v="345" actId="1076"/>
        <pc:sldMkLst>
          <pc:docMk/>
          <pc:sldMk cId="283015613" sldId="256"/>
        </pc:sldMkLst>
        <pc:spChg chg="del">
          <ac:chgData name="Jacques Delort" userId="338bbbaa6367577a" providerId="LiveId" clId="{29EEF4E2-F752-45CC-A7DF-F1AD94B64117}" dt="2026-02-05T05:20:17.512" v="1" actId="478"/>
          <ac:spMkLst>
            <pc:docMk/>
            <pc:sldMk cId="283015613" sldId="256"/>
            <ac:spMk id="2" creationId="{6A795E0C-6FA5-ABB4-A7C6-97D25F06D704}"/>
          </ac:spMkLst>
        </pc:spChg>
        <pc:spChg chg="del">
          <ac:chgData name="Jacques Delort" userId="338bbbaa6367577a" providerId="LiveId" clId="{29EEF4E2-F752-45CC-A7DF-F1AD94B64117}" dt="2026-02-05T05:20:17.512" v="1" actId="478"/>
          <ac:spMkLst>
            <pc:docMk/>
            <pc:sldMk cId="283015613" sldId="256"/>
            <ac:spMk id="3" creationId="{FB0487F0-ED33-BBF4-BE42-9FEE2210E9BA}"/>
          </ac:spMkLst>
        </pc:spChg>
        <pc:spChg chg="add mod">
          <ac:chgData name="Jacques Delort" userId="338bbbaa6367577a" providerId="LiveId" clId="{29EEF4E2-F752-45CC-A7DF-F1AD94B64117}" dt="2026-02-05T05:38:07.725" v="338" actId="164"/>
          <ac:spMkLst>
            <pc:docMk/>
            <pc:sldMk cId="283015613" sldId="256"/>
            <ac:spMk id="23" creationId="{DC441760-0B17-48FD-39EF-9CD35F96D691}"/>
          </ac:spMkLst>
        </pc:spChg>
        <pc:spChg chg="add mod">
          <ac:chgData name="Jacques Delort" userId="338bbbaa6367577a" providerId="LiveId" clId="{29EEF4E2-F752-45CC-A7DF-F1AD94B64117}" dt="2026-02-05T05:38:07.725" v="338" actId="164"/>
          <ac:spMkLst>
            <pc:docMk/>
            <pc:sldMk cId="283015613" sldId="256"/>
            <ac:spMk id="24" creationId="{C54A4912-26E7-0E64-A8F3-6B8A5D25329E}"/>
          </ac:spMkLst>
        </pc:spChg>
        <pc:spChg chg="add mod">
          <ac:chgData name="Jacques Delort" userId="338bbbaa6367577a" providerId="LiveId" clId="{29EEF4E2-F752-45CC-A7DF-F1AD94B64117}" dt="2026-02-05T05:38:07.725" v="338" actId="164"/>
          <ac:spMkLst>
            <pc:docMk/>
            <pc:sldMk cId="283015613" sldId="256"/>
            <ac:spMk id="25" creationId="{75C3ABC4-8FEB-BD03-632A-80CFB7C7FC37}"/>
          </ac:spMkLst>
        </pc:spChg>
        <pc:spChg chg="add mod">
          <ac:chgData name="Jacques Delort" userId="338bbbaa6367577a" providerId="LiveId" clId="{29EEF4E2-F752-45CC-A7DF-F1AD94B64117}" dt="2026-02-05T05:38:07.725" v="338" actId="164"/>
          <ac:spMkLst>
            <pc:docMk/>
            <pc:sldMk cId="283015613" sldId="256"/>
            <ac:spMk id="26" creationId="{3D166648-9F59-898B-E872-392C056F6234}"/>
          </ac:spMkLst>
        </pc:spChg>
        <pc:spChg chg="add mod">
          <ac:chgData name="Jacques Delort" userId="338bbbaa6367577a" providerId="LiveId" clId="{29EEF4E2-F752-45CC-A7DF-F1AD94B64117}" dt="2026-02-05T05:38:07.725" v="338" actId="164"/>
          <ac:spMkLst>
            <pc:docMk/>
            <pc:sldMk cId="283015613" sldId="256"/>
            <ac:spMk id="31" creationId="{451E55E2-CFEB-3808-23B3-E56951E90088}"/>
          </ac:spMkLst>
        </pc:spChg>
        <pc:grpChg chg="add mod">
          <ac:chgData name="Jacques Delort" userId="338bbbaa6367577a" providerId="LiveId" clId="{29EEF4E2-F752-45CC-A7DF-F1AD94B64117}" dt="2026-02-05T05:38:07.725" v="338" actId="164"/>
          <ac:grpSpMkLst>
            <pc:docMk/>
            <pc:sldMk cId="283015613" sldId="256"/>
            <ac:grpSpMk id="32" creationId="{E00ED1F6-2E7F-892D-DDB3-48014CB830DE}"/>
          </ac:grpSpMkLst>
        </pc:grpChg>
        <pc:picChg chg="add mod">
          <ac:chgData name="Jacques Delort" userId="338bbbaa6367577a" providerId="LiveId" clId="{29EEF4E2-F752-45CC-A7DF-F1AD94B64117}" dt="2026-02-05T05:38:07.725" v="338" actId="164"/>
          <ac:picMkLst>
            <pc:docMk/>
            <pc:sldMk cId="283015613" sldId="256"/>
            <ac:picMk id="5" creationId="{34F30522-30F5-AAF9-0EBD-A24E55D7D63B}"/>
          </ac:picMkLst>
        </pc:picChg>
        <pc:picChg chg="add mod">
          <ac:chgData name="Jacques Delort" userId="338bbbaa6367577a" providerId="LiveId" clId="{29EEF4E2-F752-45CC-A7DF-F1AD94B64117}" dt="2026-02-05T05:33:57.955" v="56" actId="1076"/>
          <ac:picMkLst>
            <pc:docMk/>
            <pc:sldMk cId="283015613" sldId="256"/>
            <ac:picMk id="7" creationId="{64955ABD-3B7A-A73E-D92F-678FD8171A3F}"/>
          </ac:picMkLst>
        </pc:picChg>
        <pc:picChg chg="add mod">
          <ac:chgData name="Jacques Delort" userId="338bbbaa6367577a" providerId="LiveId" clId="{29EEF4E2-F752-45CC-A7DF-F1AD94B64117}" dt="2026-02-05T05:33:15.082" v="46" actId="14100"/>
          <ac:picMkLst>
            <pc:docMk/>
            <pc:sldMk cId="283015613" sldId="256"/>
            <ac:picMk id="9" creationId="{6A9BBBC6-6DB6-887C-178A-90743CC69E6C}"/>
          </ac:picMkLst>
        </pc:picChg>
        <pc:picChg chg="add mod modCrop">
          <ac:chgData name="Jacques Delort" userId="338bbbaa6367577a" providerId="LiveId" clId="{29EEF4E2-F752-45CC-A7DF-F1AD94B64117}" dt="2026-02-05T05:33:35.508" v="52" actId="1076"/>
          <ac:picMkLst>
            <pc:docMk/>
            <pc:sldMk cId="283015613" sldId="256"/>
            <ac:picMk id="11" creationId="{82DB9682-F61E-23EB-EA5E-93F8B0DAB88E}"/>
          </ac:picMkLst>
        </pc:picChg>
        <pc:picChg chg="add mod">
          <ac:chgData name="Jacques Delort" userId="338bbbaa6367577a" providerId="LiveId" clId="{29EEF4E2-F752-45CC-A7DF-F1AD94B64117}" dt="2026-02-05T05:31:51.321" v="29" actId="1076"/>
          <ac:picMkLst>
            <pc:docMk/>
            <pc:sldMk cId="283015613" sldId="256"/>
            <ac:picMk id="13" creationId="{1E587827-12D3-9A05-7ED1-353375E99949}"/>
          </ac:picMkLst>
        </pc:picChg>
        <pc:picChg chg="add del mod">
          <ac:chgData name="Jacques Delort" userId="338bbbaa6367577a" providerId="LiveId" clId="{29EEF4E2-F752-45CC-A7DF-F1AD94B64117}" dt="2026-02-05T05:34:01.787" v="57" actId="478"/>
          <ac:picMkLst>
            <pc:docMk/>
            <pc:sldMk cId="283015613" sldId="256"/>
            <ac:picMk id="15" creationId="{6C341CFB-8EE8-6724-D838-1DA845C676B5}"/>
          </ac:picMkLst>
        </pc:picChg>
        <pc:picChg chg="add del mod">
          <ac:chgData name="Jacques Delort" userId="338bbbaa6367577a" providerId="LiveId" clId="{29EEF4E2-F752-45CC-A7DF-F1AD94B64117}" dt="2026-02-05T05:32:30.538" v="34" actId="478"/>
          <ac:picMkLst>
            <pc:docMk/>
            <pc:sldMk cId="283015613" sldId="256"/>
            <ac:picMk id="17" creationId="{B1F57403-5E7F-2B86-39F6-375DC03EC169}"/>
          </ac:picMkLst>
        </pc:picChg>
        <pc:picChg chg="add mod">
          <ac:chgData name="Jacques Delort" userId="338bbbaa6367577a" providerId="LiveId" clId="{29EEF4E2-F752-45CC-A7DF-F1AD94B64117}" dt="2026-02-05T05:33:23.170" v="48" actId="14100"/>
          <ac:picMkLst>
            <pc:docMk/>
            <pc:sldMk cId="283015613" sldId="256"/>
            <ac:picMk id="19" creationId="{313FF1FB-833F-2B96-8A0F-215C3BCB96F7}"/>
          </ac:picMkLst>
        </pc:picChg>
        <pc:picChg chg="add mod">
          <ac:chgData name="Jacques Delort" userId="338bbbaa6367577a" providerId="LiveId" clId="{29EEF4E2-F752-45CC-A7DF-F1AD94B64117}" dt="2026-02-05T05:33:31.655" v="50" actId="571"/>
          <ac:picMkLst>
            <pc:docMk/>
            <pc:sldMk cId="283015613" sldId="256"/>
            <ac:picMk id="20" creationId="{9DBB01DC-662F-F0CB-6899-416E24337603}"/>
          </ac:picMkLst>
        </pc:picChg>
        <pc:picChg chg="add mod">
          <ac:chgData name="Jacques Delort" userId="338bbbaa6367577a" providerId="LiveId" clId="{29EEF4E2-F752-45CC-A7DF-F1AD94B64117}" dt="2026-02-05T05:51:31.124" v="342" actId="1076"/>
          <ac:picMkLst>
            <pc:docMk/>
            <pc:sldMk cId="283015613" sldId="256"/>
            <ac:picMk id="34" creationId="{40014A12-14DF-4A4F-791C-DFCCEA33A883}"/>
          </ac:picMkLst>
        </pc:picChg>
        <pc:picChg chg="add mod">
          <ac:chgData name="Jacques Delort" userId="338bbbaa6367577a" providerId="LiveId" clId="{29EEF4E2-F752-45CC-A7DF-F1AD94B64117}" dt="2026-02-05T05:52:08.981" v="345" actId="1076"/>
          <ac:picMkLst>
            <pc:docMk/>
            <pc:sldMk cId="283015613" sldId="256"/>
            <ac:picMk id="36" creationId="{33231253-38BD-FA72-BD4F-32E979CF7FF4}"/>
          </ac:picMkLst>
        </pc:picChg>
        <pc:cxnChg chg="add mod ord">
          <ac:chgData name="Jacques Delort" userId="338bbbaa6367577a" providerId="LiveId" clId="{29EEF4E2-F752-45CC-A7DF-F1AD94B64117}" dt="2026-02-05T05:38:07.725" v="338" actId="164"/>
          <ac:cxnSpMkLst>
            <pc:docMk/>
            <pc:sldMk cId="283015613" sldId="256"/>
            <ac:cxnSpMk id="22" creationId="{CEA085BD-9A3A-9872-27A5-3F4B482942D5}"/>
          </ac:cxnSpMkLst>
        </pc:cxnChg>
        <pc:cxnChg chg="add mod">
          <ac:chgData name="Jacques Delort" userId="338bbbaa6367577a" providerId="LiveId" clId="{29EEF4E2-F752-45CC-A7DF-F1AD94B64117}" dt="2026-02-05T05:38:07.725" v="338" actId="164"/>
          <ac:cxnSpMkLst>
            <pc:docMk/>
            <pc:sldMk cId="283015613" sldId="256"/>
            <ac:cxnSpMk id="27" creationId="{35F92EA9-68F1-05F3-6108-13BEB98A155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FC990C-0A84-637E-F4CC-FF48A1ACC7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0F12341-9743-4C17-17A9-73FE0E5DFE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5C8FEA-0DAD-61CE-CFE4-58E11D1EC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9CA5-6C38-42AB-BB91-5D67F6A6AF4C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75152E-204B-D530-0814-C9C18B7E0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A22B9E-80E1-A9E6-E3D3-20EC42806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8A4A-B61D-4349-941E-EB673B3F8B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3509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3D31E3-9C25-B124-8769-37AF2DB23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6A69AC-AC94-3C43-C104-3E05EA343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BC4A36C-56EC-3FF0-4CCB-9042A75F5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9CA5-6C38-42AB-BB91-5D67F6A6AF4C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AD73E7-0981-7F8A-AC63-95A4BAB6B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D135E1-0F78-917C-21CB-691005D37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8A4A-B61D-4349-941E-EB673B3F8B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4803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017E64-54A2-B2FB-1FC5-8B45ED684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B828AB4-44E1-1529-3C56-448B68DEC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7B3AF32-7B3D-F6F4-B6CE-78E057E3B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9CA5-6C38-42AB-BB91-5D67F6A6AF4C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92B8E96-37A7-53DC-BCF9-2F791406D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7C571B-0BEF-0DE1-E2E1-69E1D54CF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8A4A-B61D-4349-941E-EB673B3F8B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6762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BEC409-766A-4B0E-EDB8-CED98A788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522D3A-6845-8403-09E6-463C08E06A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1A1EAC4-71A3-8635-3B8F-30C39ADF25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3B8E5A6-17EB-EBEE-15C6-F5ABEF1CA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9CA5-6C38-42AB-BB91-5D67F6A6AF4C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F901A08-28D7-211B-418A-EE79AFA86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5AED77F-EA34-5ED9-14CB-A7E652A84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8A4A-B61D-4349-941E-EB673B3F8B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3907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6744DE-C802-BF6A-1D23-3F68A4055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7A84F67-D44B-B75C-EEF3-E7121F006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10A3C86-4317-B131-FBC8-528E83963F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3285313-723E-61B6-3B93-D27858E9A8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7606FDF-7CA4-C543-A93D-0C6704086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E1FE94D-99D1-28FD-B36F-3D6E24384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9CA5-6C38-42AB-BB91-5D67F6A6AF4C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A036906-29F3-8D5A-B96C-10850D6FD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2BF9E98-6572-0DE9-802E-F521E5827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8A4A-B61D-4349-941E-EB673B3F8B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7946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3241F4-3FA9-DCE9-C84B-D32ECBDB3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3F43474-93C0-5E5D-45B9-904B2AF5C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9CA5-6C38-42AB-BB91-5D67F6A6AF4C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F6F45E2-4BDB-83DB-7C0A-676B13C0F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82750D2-F109-4E39-7467-6EBC7923F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8A4A-B61D-4349-941E-EB673B3F8B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6285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44F8377-1903-B6E6-857F-09272C0C3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9CA5-6C38-42AB-BB91-5D67F6A6AF4C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BEE2F03-2E7A-A018-8BE1-B8F2E9B95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B5841A-C81A-B0BA-0FA3-647F884B7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8A4A-B61D-4349-941E-EB673B3F8B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1446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D585A5-1A7D-0F2A-BFC9-40D635E69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7B7607F-3D7F-7EA5-5341-942BB6DC5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30BBEE6-5480-B1F4-0026-810AB1726E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0222739-F88F-8FDB-B021-7EB360F28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9CA5-6C38-42AB-BB91-5D67F6A6AF4C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6691B0F-3385-AE50-CD46-428E3D4F5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936FE46-B3A0-1683-7CE1-E42108C35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8A4A-B61D-4349-941E-EB673B3F8B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8867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6FDC98-AD1A-0E7E-C373-5F4FD2E33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27018EE-B831-2807-A627-4E373E8A0F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D760B1F-4988-21A1-E04B-E3C85BDBB6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A60F576-50B4-FA45-CC03-83AAE090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9CA5-6C38-42AB-BB91-5D67F6A6AF4C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CB77900-A3E2-0981-D350-354706E7E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265E9B7-CE61-F54A-3DC2-B5E767D5C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8A4A-B61D-4349-941E-EB673B3F8B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1352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A8F351-7538-6F73-FF4B-D94D40C98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366DF2A-3B5B-4B81-5F85-32645B942C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A74F896-AB50-4B31-7001-CCFD3DBFF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9CA5-6C38-42AB-BB91-5D67F6A6AF4C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8F6D594-1880-1737-811A-931B04FE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60DCEA-A9B1-C6F0-A390-74B60A75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8A4A-B61D-4349-941E-EB673B3F8B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8101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66EBC70-17E9-0727-C6D3-66BFE427D0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1594999-623C-96A6-1912-DABF9180A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DB8D13-AB4C-32A2-48D8-66E25F1E8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9CA5-6C38-42AB-BB91-5D67F6A6AF4C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5489AE6-1E38-A877-FBD9-B57CBCFCA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63DF111-5789-90E7-1B61-25F710A17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8A4A-B61D-4349-941E-EB673B3F8B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3370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F33AE7E-C3D0-A696-4FF7-2ACB65AD5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AFE61F8-8375-6F50-1B88-8EF0FC795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5951320-E814-9DE9-2F81-C082FECDB9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949CA5-6C38-42AB-BB91-5D67F6A6AF4C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3C97CC-6C06-82B4-0603-FEDEEB1518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5A4F18-49FD-F7EB-D214-69C31617E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F78A4A-B61D-4349-941E-EB673B3F8B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2328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64955ABD-3B7A-A73E-D92F-678FD8171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36" y="4232770"/>
            <a:ext cx="4606554" cy="722597"/>
          </a:xfrm>
          <a:prstGeom prst="rect">
            <a:avLst/>
          </a:prstGeom>
        </p:spPr>
      </p:pic>
      <p:pic>
        <p:nvPicPr>
          <p:cNvPr id="9" name="Image 8" descr="Une image contenant Police, ligne, nombr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6A9BBBC6-6DB6-887C-178A-90743CC69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656" y="1042860"/>
            <a:ext cx="1684280" cy="1000041"/>
          </a:xfrm>
          <a:prstGeom prst="rect">
            <a:avLst/>
          </a:prstGeom>
        </p:spPr>
      </p:pic>
      <p:pic>
        <p:nvPicPr>
          <p:cNvPr id="11" name="Image 10" descr="Une image contenant texte, Polic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82DB9682-F61E-23EB-EA5E-93F8B0DAB8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465"/>
          <a:stretch>
            <a:fillRect/>
          </a:stretch>
        </p:blipFill>
        <p:spPr>
          <a:xfrm>
            <a:off x="241064" y="3129363"/>
            <a:ext cx="2312534" cy="892198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1E587827-12D3-9A05-7ED1-353375E999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656" y="321764"/>
            <a:ext cx="2107057" cy="569942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313FF1FB-833F-2B96-8A0F-215C3BCB96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425" y="2096947"/>
            <a:ext cx="1479852" cy="719373"/>
          </a:xfrm>
          <a:prstGeom prst="rect">
            <a:avLst/>
          </a:prstGeom>
        </p:spPr>
      </p:pic>
      <p:grpSp>
        <p:nvGrpSpPr>
          <p:cNvPr id="32" name="Groupe 31">
            <a:extLst>
              <a:ext uri="{FF2B5EF4-FFF2-40B4-BE49-F238E27FC236}">
                <a16:creationId xmlns:a16="http://schemas.microsoft.com/office/drawing/2014/main" id="{E00ED1F6-2E7F-892D-DDB3-48014CB830DE}"/>
              </a:ext>
            </a:extLst>
          </p:cNvPr>
          <p:cNvGrpSpPr/>
          <p:nvPr/>
        </p:nvGrpSpPr>
        <p:grpSpPr>
          <a:xfrm>
            <a:off x="5129890" y="606735"/>
            <a:ext cx="5650886" cy="3453319"/>
            <a:chOff x="5129890" y="606735"/>
            <a:chExt cx="5650886" cy="3453319"/>
          </a:xfrm>
        </p:grpSpPr>
        <p:pic>
          <p:nvPicPr>
            <p:cNvPr id="5" name="Image 4" descr="Une image contenant diagramme, ligne, Tracé&#10;&#10;Le contenu généré par l’IA peut être incorrect.">
              <a:extLst>
                <a:ext uri="{FF2B5EF4-FFF2-40B4-BE49-F238E27FC236}">
                  <a16:creationId xmlns:a16="http://schemas.microsoft.com/office/drawing/2014/main" id="{34F30522-30F5-AAF9-0EBD-A24E55D7D6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29890" y="606735"/>
              <a:ext cx="5650886" cy="3453319"/>
            </a:xfrm>
            <a:prstGeom prst="rect">
              <a:avLst/>
            </a:prstGeom>
          </p:spPr>
        </p:pic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DC441760-0B17-48FD-39EF-9CD35F96D691}"/>
                </a:ext>
              </a:extLst>
            </p:cNvPr>
            <p:cNvSpPr/>
            <p:nvPr/>
          </p:nvSpPr>
          <p:spPr>
            <a:xfrm>
              <a:off x="7641431" y="2454252"/>
              <a:ext cx="138113" cy="11511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C54A4912-26E7-0E64-A8F3-6B8A5D25329E}"/>
                </a:ext>
              </a:extLst>
            </p:cNvPr>
            <p:cNvSpPr/>
            <p:nvPr/>
          </p:nvSpPr>
          <p:spPr>
            <a:xfrm>
              <a:off x="7655718" y="1144562"/>
              <a:ext cx="138113" cy="11511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75C3ABC4-8FEB-BD03-632A-80CFB7C7FC37}"/>
                </a:ext>
              </a:extLst>
            </p:cNvPr>
            <p:cNvSpPr/>
            <p:nvPr/>
          </p:nvSpPr>
          <p:spPr>
            <a:xfrm>
              <a:off x="7646194" y="3755556"/>
              <a:ext cx="138113" cy="11511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3D166648-9F59-898B-E872-392C056F6234}"/>
                </a:ext>
              </a:extLst>
            </p:cNvPr>
            <p:cNvSpPr/>
            <p:nvPr/>
          </p:nvSpPr>
          <p:spPr>
            <a:xfrm>
              <a:off x="7653814" y="2620176"/>
              <a:ext cx="138113" cy="11511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2" name="Connecteur droit avec flèche 21">
              <a:extLst>
                <a:ext uri="{FF2B5EF4-FFF2-40B4-BE49-F238E27FC236}">
                  <a16:creationId xmlns:a16="http://schemas.microsoft.com/office/drawing/2014/main" id="{CEA085BD-9A3A-9872-27A5-3F4B482942D5}"/>
                </a:ext>
              </a:extLst>
            </p:cNvPr>
            <p:cNvCxnSpPr/>
            <p:nvPr/>
          </p:nvCxnSpPr>
          <p:spPr>
            <a:xfrm flipV="1">
              <a:off x="7715250" y="839874"/>
              <a:ext cx="0" cy="3017520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eur droit avec flèche 26">
              <a:extLst>
                <a:ext uri="{FF2B5EF4-FFF2-40B4-BE49-F238E27FC236}">
                  <a16:creationId xmlns:a16="http://schemas.microsoft.com/office/drawing/2014/main" id="{35F92EA9-68F1-05F3-6108-13BEB98A155A}"/>
                </a:ext>
              </a:extLst>
            </p:cNvPr>
            <p:cNvCxnSpPr>
              <a:cxnSpLocks/>
            </p:cNvCxnSpPr>
            <p:nvPr/>
          </p:nvCxnSpPr>
          <p:spPr>
            <a:xfrm>
              <a:off x="5715000" y="3870673"/>
              <a:ext cx="4000500" cy="0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ZoneTexte 30">
              <a:extLst>
                <a:ext uri="{FF2B5EF4-FFF2-40B4-BE49-F238E27FC236}">
                  <a16:creationId xmlns:a16="http://schemas.microsoft.com/office/drawing/2014/main" id="{451E55E2-CFEB-3808-23B3-E56951E90088}"/>
                </a:ext>
              </a:extLst>
            </p:cNvPr>
            <p:cNvSpPr txBox="1"/>
            <p:nvPr/>
          </p:nvSpPr>
          <p:spPr>
            <a:xfrm>
              <a:off x="7710487" y="3512696"/>
              <a:ext cx="3529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O</a:t>
              </a:r>
            </a:p>
          </p:txBody>
        </p:sp>
      </p:grpSp>
      <p:pic>
        <p:nvPicPr>
          <p:cNvPr id="34" name="Image 33">
            <a:extLst>
              <a:ext uri="{FF2B5EF4-FFF2-40B4-BE49-F238E27FC236}">
                <a16:creationId xmlns:a16="http://schemas.microsoft.com/office/drawing/2014/main" id="{40014A12-14DF-4A4F-791C-DFCCEA33A8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1927" y="4912704"/>
            <a:ext cx="3383770" cy="487892"/>
          </a:xfrm>
          <a:prstGeom prst="rect">
            <a:avLst/>
          </a:prstGeom>
        </p:spPr>
      </p:pic>
      <p:pic>
        <p:nvPicPr>
          <p:cNvPr id="36" name="Image 35">
            <a:extLst>
              <a:ext uri="{FF2B5EF4-FFF2-40B4-BE49-F238E27FC236}">
                <a16:creationId xmlns:a16="http://schemas.microsoft.com/office/drawing/2014/main" id="{33231253-38BD-FA72-BD4F-32E979CF7FF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91927" y="5467479"/>
            <a:ext cx="2154799" cy="347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1561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</Words>
  <Application>Microsoft Office PowerPoint</Application>
  <PresentationFormat>Grand écran</PresentationFormat>
  <Paragraphs>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Jacques Delort</dc:creator>
  <cp:lastModifiedBy>Jacques Delort</cp:lastModifiedBy>
  <cp:revision>1</cp:revision>
  <dcterms:created xsi:type="dcterms:W3CDTF">2026-02-05T05:20:12Z</dcterms:created>
  <dcterms:modified xsi:type="dcterms:W3CDTF">2026-02-05T05:52:13Z</dcterms:modified>
</cp:coreProperties>
</file>