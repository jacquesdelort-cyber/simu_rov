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98025-15E3-4451-826A-EBCE81AEFAC6}" v="24" dt="2026-03-16T13:26:26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undo redo custSel addSld modSld">
      <pc:chgData name="Jacques Delort" userId="338bbbaa6367577a" providerId="LiveId" clId="{29EEF4E2-F752-45CC-A7DF-F1AD94B64117}" dt="2026-03-16T13:26:34.717" v="378" actId="14100"/>
      <pc:docMkLst>
        <pc:docMk/>
      </pc:docMkLst>
      <pc:sldChg chg="addSp delSp modSp new mod">
        <pc:chgData name="Jacques Delort" userId="338bbbaa6367577a" providerId="LiveId" clId="{29EEF4E2-F752-45CC-A7DF-F1AD94B64117}" dt="2026-03-16T07:49:56.358" v="359" actId="20577"/>
        <pc:sldMkLst>
          <pc:docMk/>
          <pc:sldMk cId="4164847936" sldId="256"/>
        </pc:sldMkLst>
        <pc:spChg chg="add del">
          <ac:chgData name="Jacques Delort" userId="338bbbaa6367577a" providerId="LiveId" clId="{29EEF4E2-F752-45CC-A7DF-F1AD94B64117}" dt="2026-03-16T07:23:23.058" v="201" actId="478"/>
          <ac:spMkLst>
            <pc:docMk/>
            <pc:sldMk cId="4164847936" sldId="256"/>
            <ac:spMk id="2" creationId="{895A0DE1-0AF3-FDE6-42F3-6A334B0210C7}"/>
          </ac:spMkLst>
        </pc:spChg>
        <pc:spChg chg="add del">
          <ac:chgData name="Jacques Delort" userId="338bbbaa6367577a" providerId="LiveId" clId="{29EEF4E2-F752-45CC-A7DF-F1AD94B64117}" dt="2026-03-16T07:23:52.012" v="203" actId="11529"/>
          <ac:spMkLst>
            <pc:docMk/>
            <pc:sldMk cId="4164847936" sldId="256"/>
            <ac:spMk id="3" creationId="{1C12BEA2-8288-3E54-9F73-18255E2AB5DA}"/>
          </ac:spMkLst>
        </pc:spChg>
        <pc:spChg chg="add del">
          <ac:chgData name="Jacques Delort" userId="338bbbaa6367577a" providerId="LiveId" clId="{29EEF4E2-F752-45CC-A7DF-F1AD94B64117}" dt="2026-03-16T07:24:57.452" v="207" actId="478"/>
          <ac:spMkLst>
            <pc:docMk/>
            <pc:sldMk cId="4164847936" sldId="256"/>
            <ac:spMk id="4" creationId="{8092A207-B854-B556-D447-292199470B3E}"/>
          </ac:spMkLst>
        </pc:spChg>
        <pc:spChg chg="add mod">
          <ac:chgData name="Jacques Delort" userId="338bbbaa6367577a" providerId="LiveId" clId="{29EEF4E2-F752-45CC-A7DF-F1AD94B64117}" dt="2026-03-16T07:29:10.468" v="270" actId="164"/>
          <ac:spMkLst>
            <pc:docMk/>
            <pc:sldMk cId="4164847936" sldId="256"/>
            <ac:spMk id="6" creationId="{30FC81EF-5BD2-CF55-C8A4-1ED90F42C921}"/>
          </ac:spMkLst>
        </pc:spChg>
        <pc:spChg chg="add del">
          <ac:chgData name="Jacques Delort" userId="338bbbaa6367577a" providerId="LiveId" clId="{29EEF4E2-F752-45CC-A7DF-F1AD94B64117}" dt="2026-03-16T07:25:31.406" v="210" actId="11529"/>
          <ac:spMkLst>
            <pc:docMk/>
            <pc:sldMk cId="4164847936" sldId="256"/>
            <ac:spMk id="10" creationId="{923A94CB-6F3E-6B4E-23F2-C15D42AD0A54}"/>
          </ac:spMkLst>
        </pc:spChg>
        <pc:spChg chg="add mod">
          <ac:chgData name="Jacques Delort" userId="338bbbaa6367577a" providerId="LiveId" clId="{29EEF4E2-F752-45CC-A7DF-F1AD94B64117}" dt="2026-03-16T07:30:21.490" v="273" actId="1076"/>
          <ac:spMkLst>
            <pc:docMk/>
            <pc:sldMk cId="4164847936" sldId="256"/>
            <ac:spMk id="23" creationId="{0BCBF898-93E8-7E2B-AEEB-1E92761A125E}"/>
          </ac:spMkLst>
        </pc:spChg>
        <pc:spChg chg="add mod">
          <ac:chgData name="Jacques Delort" userId="338bbbaa6367577a" providerId="LiveId" clId="{29EEF4E2-F752-45CC-A7DF-F1AD94B64117}" dt="2026-03-16T07:30:21.490" v="273" actId="1076"/>
          <ac:spMkLst>
            <pc:docMk/>
            <pc:sldMk cId="4164847936" sldId="256"/>
            <ac:spMk id="24" creationId="{3D2EC7D3-76E1-45F4-1488-C5BFA7B44EA4}"/>
          </ac:spMkLst>
        </pc:spChg>
        <pc:spChg chg="add mod">
          <ac:chgData name="Jacques Delort" userId="338bbbaa6367577a" providerId="LiveId" clId="{29EEF4E2-F752-45CC-A7DF-F1AD94B64117}" dt="2026-03-16T07:30:21.490" v="273" actId="1076"/>
          <ac:spMkLst>
            <pc:docMk/>
            <pc:sldMk cId="4164847936" sldId="256"/>
            <ac:spMk id="25" creationId="{F282D6EC-E6FC-8BFE-F373-9F6C323CCC40}"/>
          </ac:spMkLst>
        </pc:spChg>
        <pc:spChg chg="add mod">
          <ac:chgData name="Jacques Delort" userId="338bbbaa6367577a" providerId="LiveId" clId="{29EEF4E2-F752-45CC-A7DF-F1AD94B64117}" dt="2026-03-16T07:30:21.490" v="273" actId="1076"/>
          <ac:spMkLst>
            <pc:docMk/>
            <pc:sldMk cId="4164847936" sldId="256"/>
            <ac:spMk id="26" creationId="{CF3C00FF-9D2E-9183-2E03-928116E4D52F}"/>
          </ac:spMkLst>
        </pc:spChg>
        <pc:spChg chg="add mod">
          <ac:chgData name="Jacques Delort" userId="338bbbaa6367577a" providerId="LiveId" clId="{29EEF4E2-F752-45CC-A7DF-F1AD94B64117}" dt="2026-03-16T07:30:21.490" v="273" actId="1076"/>
          <ac:spMkLst>
            <pc:docMk/>
            <pc:sldMk cId="4164847936" sldId="256"/>
            <ac:spMk id="27" creationId="{30884BC3-8A95-A48C-F107-1C13880A3AF1}"/>
          </ac:spMkLst>
        </pc:spChg>
        <pc:spChg chg="add del mod">
          <ac:chgData name="Jacques Delort" userId="338bbbaa6367577a" providerId="LiveId" clId="{29EEF4E2-F752-45CC-A7DF-F1AD94B64117}" dt="2026-03-16T07:43:19.859" v="354" actId="478"/>
          <ac:spMkLst>
            <pc:docMk/>
            <pc:sldMk cId="4164847936" sldId="256"/>
            <ac:spMk id="30" creationId="{4054A4EA-47C0-8DC1-78A1-E30B166D1442}"/>
          </ac:spMkLst>
        </pc:spChg>
        <pc:spChg chg="add del mod">
          <ac:chgData name="Jacques Delort" userId="338bbbaa6367577a" providerId="LiveId" clId="{29EEF4E2-F752-45CC-A7DF-F1AD94B64117}" dt="2026-03-16T07:43:19.859" v="354" actId="478"/>
          <ac:spMkLst>
            <pc:docMk/>
            <pc:sldMk cId="4164847936" sldId="256"/>
            <ac:spMk id="31" creationId="{3135ADEE-D746-AC07-7125-D1ED28B7D2DB}"/>
          </ac:spMkLst>
        </pc:spChg>
        <pc:spChg chg="add del mod">
          <ac:chgData name="Jacques Delort" userId="338bbbaa6367577a" providerId="LiveId" clId="{29EEF4E2-F752-45CC-A7DF-F1AD94B64117}" dt="2026-03-16T07:43:19.859" v="354" actId="478"/>
          <ac:spMkLst>
            <pc:docMk/>
            <pc:sldMk cId="4164847936" sldId="256"/>
            <ac:spMk id="32" creationId="{CA5B18AB-9356-21B2-7B8F-95474DC61BDE}"/>
          </ac:spMkLst>
        </pc:spChg>
        <pc:spChg chg="add mod">
          <ac:chgData name="Jacques Delort" userId="338bbbaa6367577a" providerId="LiveId" clId="{29EEF4E2-F752-45CC-A7DF-F1AD94B64117}" dt="2026-03-16T07:29:10.468" v="270" actId="164"/>
          <ac:spMkLst>
            <pc:docMk/>
            <pc:sldMk cId="4164847936" sldId="256"/>
            <ac:spMk id="33" creationId="{14BE3A2E-4596-6897-D01D-7A80132AB997}"/>
          </ac:spMkLst>
        </pc:spChg>
        <pc:spChg chg="add mod">
          <ac:chgData name="Jacques Delort" userId="338bbbaa6367577a" providerId="LiveId" clId="{29EEF4E2-F752-45CC-A7DF-F1AD94B64117}" dt="2026-03-16T07:29:10.468" v="270" actId="164"/>
          <ac:spMkLst>
            <pc:docMk/>
            <pc:sldMk cId="4164847936" sldId="256"/>
            <ac:spMk id="34" creationId="{9E06503B-7BAA-5B66-D789-ACFF62E81E20}"/>
          </ac:spMkLst>
        </pc:spChg>
        <pc:spChg chg="add del mod">
          <ac:chgData name="Jacques Delort" userId="338bbbaa6367577a" providerId="LiveId" clId="{29EEF4E2-F752-45CC-A7DF-F1AD94B64117}" dt="2026-03-16T07:43:19.859" v="354" actId="478"/>
          <ac:spMkLst>
            <pc:docMk/>
            <pc:sldMk cId="4164847936" sldId="256"/>
            <ac:spMk id="35" creationId="{3C860175-C08E-BA7D-7D6C-DA022A59B753}"/>
          </ac:spMkLst>
        </pc:spChg>
        <pc:spChg chg="add mod">
          <ac:chgData name="Jacques Delort" userId="338bbbaa6367577a" providerId="LiveId" clId="{29EEF4E2-F752-45CC-A7DF-F1AD94B64117}" dt="2026-03-16T07:49:56.358" v="359" actId="20577"/>
          <ac:spMkLst>
            <pc:docMk/>
            <pc:sldMk cId="4164847936" sldId="256"/>
            <ac:spMk id="38" creationId="{8A47F62B-8412-7176-97CE-A4C6804647DB}"/>
          </ac:spMkLst>
        </pc:spChg>
        <pc:grpChg chg="add mod">
          <ac:chgData name="Jacques Delort" userId="338bbbaa6367577a" providerId="LiveId" clId="{29EEF4E2-F752-45CC-A7DF-F1AD94B64117}" dt="2026-03-16T07:29:15.330" v="272" actId="1076"/>
          <ac:grpSpMkLst>
            <pc:docMk/>
            <pc:sldMk cId="4164847936" sldId="256"/>
            <ac:grpSpMk id="28" creationId="{EE124DAB-2B84-D7FC-C53E-9CCC09E65ECC}"/>
          </ac:grpSpMkLst>
        </pc:grpChg>
        <pc:cxnChg chg="add del mod">
          <ac:chgData name="Jacques Delort" userId="338bbbaa6367577a" providerId="LiveId" clId="{29EEF4E2-F752-45CC-A7DF-F1AD94B64117}" dt="2026-03-16T07:25:01.644" v="208" actId="478"/>
          <ac:cxnSpMkLst>
            <pc:docMk/>
            <pc:sldMk cId="4164847936" sldId="256"/>
            <ac:cxnSpMk id="7" creationId="{BAE5FBF8-8949-A653-D2EA-BC890B861FED}"/>
          </ac:cxnSpMkLst>
        </pc:cxnChg>
        <pc:cxnChg chg="add del">
          <ac:chgData name="Jacques Delort" userId="338bbbaa6367577a" providerId="LiveId" clId="{29EEF4E2-F752-45CC-A7DF-F1AD94B64117}" dt="2026-03-16T07:25:01.644" v="208" actId="478"/>
          <ac:cxnSpMkLst>
            <pc:docMk/>
            <pc:sldMk cId="4164847936" sldId="256"/>
            <ac:cxnSpMk id="9" creationId="{A0F81E40-9266-FFF9-77F5-1864F9F377F7}"/>
          </ac:cxnSpMkLst>
        </pc:cxnChg>
        <pc:cxnChg chg="add mod">
          <ac:chgData name="Jacques Delort" userId="338bbbaa6367577a" providerId="LiveId" clId="{29EEF4E2-F752-45CC-A7DF-F1AD94B64117}" dt="2026-03-16T07:30:21.490" v="273" actId="1076"/>
          <ac:cxnSpMkLst>
            <pc:docMk/>
            <pc:sldMk cId="4164847936" sldId="256"/>
            <ac:cxnSpMk id="12" creationId="{DA1F8F11-05D2-653C-F366-D3C8C4BEC9C2}"/>
          </ac:cxnSpMkLst>
        </pc:cxnChg>
        <pc:cxnChg chg="add mod">
          <ac:chgData name="Jacques Delort" userId="338bbbaa6367577a" providerId="LiveId" clId="{29EEF4E2-F752-45CC-A7DF-F1AD94B64117}" dt="2026-03-16T07:49:30.955" v="355" actId="14100"/>
          <ac:cxnSpMkLst>
            <pc:docMk/>
            <pc:sldMk cId="4164847936" sldId="256"/>
            <ac:cxnSpMk id="14" creationId="{B60B2F2B-E7E1-8613-16E2-48BA53B1B5C7}"/>
          </ac:cxnSpMkLst>
        </pc:cxnChg>
        <pc:cxnChg chg="add mod">
          <ac:chgData name="Jacques Delort" userId="338bbbaa6367577a" providerId="LiveId" clId="{29EEF4E2-F752-45CC-A7DF-F1AD94B64117}" dt="2026-03-16T07:30:29.050" v="274" actId="14100"/>
          <ac:cxnSpMkLst>
            <pc:docMk/>
            <pc:sldMk cId="4164847936" sldId="256"/>
            <ac:cxnSpMk id="16" creationId="{7D96E2E6-778E-6F32-4232-B5E4E284336E}"/>
          </ac:cxnSpMkLst>
        </pc:cxnChg>
        <pc:cxnChg chg="add mod">
          <ac:chgData name="Jacques Delort" userId="338bbbaa6367577a" providerId="LiveId" clId="{29EEF4E2-F752-45CC-A7DF-F1AD94B64117}" dt="2026-03-16T07:30:21.490" v="273" actId="1076"/>
          <ac:cxnSpMkLst>
            <pc:docMk/>
            <pc:sldMk cId="4164847936" sldId="256"/>
            <ac:cxnSpMk id="19" creationId="{12C87975-8F05-98BB-80AE-D0CD996CA311}"/>
          </ac:cxnSpMkLst>
        </pc:cxnChg>
        <pc:cxnChg chg="add mod">
          <ac:chgData name="Jacques Delort" userId="338bbbaa6367577a" providerId="LiveId" clId="{29EEF4E2-F752-45CC-A7DF-F1AD94B64117}" dt="2026-03-16T07:30:21.490" v="273" actId="1076"/>
          <ac:cxnSpMkLst>
            <pc:docMk/>
            <pc:sldMk cId="4164847936" sldId="256"/>
            <ac:cxnSpMk id="20" creationId="{C9DEAFC3-FA5E-E3F9-4517-004CF0935FF5}"/>
          </ac:cxnSpMkLst>
        </pc:cxnChg>
        <pc:cxnChg chg="add mod">
          <ac:chgData name="Jacques Delort" userId="338bbbaa6367577a" providerId="LiveId" clId="{29EEF4E2-F752-45CC-A7DF-F1AD94B64117}" dt="2026-03-16T07:29:10.468" v="270" actId="164"/>
          <ac:cxnSpMkLst>
            <pc:docMk/>
            <pc:sldMk cId="4164847936" sldId="256"/>
            <ac:cxnSpMk id="36" creationId="{2B433686-D63C-2008-0A5F-CCAD2C826A5A}"/>
          </ac:cxnSpMkLst>
        </pc:cxnChg>
      </pc:sldChg>
      <pc:sldChg chg="addSp delSp modSp new mod">
        <pc:chgData name="Jacques Delort" userId="338bbbaa6367577a" providerId="LiveId" clId="{29EEF4E2-F752-45CC-A7DF-F1AD94B64117}" dt="2026-03-16T13:26:34.717" v="378" actId="14100"/>
        <pc:sldMkLst>
          <pc:docMk/>
          <pc:sldMk cId="2181586670" sldId="257"/>
        </pc:sldMkLst>
        <pc:spChg chg="del">
          <ac:chgData name="Jacques Delort" userId="338bbbaa6367577a" providerId="LiveId" clId="{29EEF4E2-F752-45CC-A7DF-F1AD94B64117}" dt="2026-03-16T09:54:35.697" v="361" actId="478"/>
          <ac:spMkLst>
            <pc:docMk/>
            <pc:sldMk cId="2181586670" sldId="257"/>
            <ac:spMk id="2" creationId="{52339C74-C800-4106-0620-A3B355A3D62F}"/>
          </ac:spMkLst>
        </pc:spChg>
        <pc:spChg chg="del">
          <ac:chgData name="Jacques Delort" userId="338bbbaa6367577a" providerId="LiveId" clId="{29EEF4E2-F752-45CC-A7DF-F1AD94B64117}" dt="2026-03-16T09:54:35.697" v="361" actId="478"/>
          <ac:spMkLst>
            <pc:docMk/>
            <pc:sldMk cId="2181586670" sldId="257"/>
            <ac:spMk id="3" creationId="{814C6CF0-730B-CA85-9260-4B6F70617038}"/>
          </ac:spMkLst>
        </pc:spChg>
        <pc:spChg chg="add mod">
          <ac:chgData name="Jacques Delort" userId="338bbbaa6367577a" providerId="LiveId" clId="{29EEF4E2-F752-45CC-A7DF-F1AD94B64117}" dt="2026-03-16T13:26:26.807" v="377" actId="164"/>
          <ac:spMkLst>
            <pc:docMk/>
            <pc:sldMk cId="2181586670" sldId="257"/>
            <ac:spMk id="6" creationId="{660ED36C-9008-EF2C-36F1-36A9E6FCC7CF}"/>
          </ac:spMkLst>
        </pc:spChg>
        <pc:grpChg chg="add mod">
          <ac:chgData name="Jacques Delort" userId="338bbbaa6367577a" providerId="LiveId" clId="{29EEF4E2-F752-45CC-A7DF-F1AD94B64117}" dt="2026-03-16T13:26:34.717" v="378" actId="14100"/>
          <ac:grpSpMkLst>
            <pc:docMk/>
            <pc:sldMk cId="2181586670" sldId="257"/>
            <ac:grpSpMk id="7" creationId="{D7C78ACF-93CE-07F5-8476-8C49626C5C46}"/>
          </ac:grpSpMkLst>
        </pc:grpChg>
        <pc:picChg chg="add del mod">
          <ac:chgData name="Jacques Delort" userId="338bbbaa6367577a" providerId="LiveId" clId="{29EEF4E2-F752-45CC-A7DF-F1AD94B64117}" dt="2026-03-16T13:26:26.807" v="377" actId="164"/>
          <ac:picMkLst>
            <pc:docMk/>
            <pc:sldMk cId="2181586670" sldId="257"/>
            <ac:picMk id="5" creationId="{B3A6CCEC-9779-D728-5938-B8A2018F85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C755A-E4A9-472B-9F9E-A9F73C19AD1B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451E0-5BE5-42D5-ABA7-86C2BB6008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10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451E0-5BE5-42D5-ABA7-86C2BB60081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15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3B5C43-778A-3AF5-0664-90C3236A2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FDFBB-B046-97F5-4B59-A94D19BF2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BC6E61-D34E-96EA-13D5-172259AA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7301CA-3077-95A3-E76C-F50A31E0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301435-7F70-7BE4-795D-C1F99831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46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B284A-2BDD-B40A-7082-A38ED37A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A3DA65-C862-035F-A2A3-A20D9A32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DA9042-C3D7-5DAD-27BA-60D0CE59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5FF65D-7F9B-9B6D-9F74-BFF1221D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443E8B-86A4-DA13-5FA7-B4F4C01F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36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437B5-5A0D-2844-A103-73538967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3F3070-17EA-2256-8C68-851FB7BB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155E01-AF81-58A2-EC88-E6CDA94F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5C9287-F9D3-E8F0-DB05-7A09853B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658EEB-D762-46B3-24FC-90CA9C98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44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4F9A6-79BE-97E3-485C-A3178B93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73135A-DA90-59DE-F08D-A22A4F3C2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B017B9-8184-4A3C-A410-58239C0CA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6B8D43-91B0-9757-CDC6-2BDC4E39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DBCC3F-96AB-9F61-AFDC-775F0FF0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EB336C-2E84-9332-1D51-98FFDE92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3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D44BF-3FE3-03FB-80A2-027F6CDA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8A2FEB-B1D7-13C9-B56C-EDBAFBE52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0D0FA5-88A7-3D8E-7BE8-3F60946FA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C17C0E-E51B-3CA1-A522-189DC1733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9CD290-23D6-B0C5-D55F-9C131AB88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84B88E-3A8E-D329-40C9-FD38068D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08A7A43-10FE-A0C5-EF50-F47E33CA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17677B-0600-B22A-82C6-27A55598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40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A5025-CA19-21AD-30AA-40F99E78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F2DA2E-210F-97BF-8989-56DD15A2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210170-11D9-6B62-5D7C-5CDAE3B4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F7A73F-2731-50D1-2FDE-FF18B3BD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15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4D99EFA-8010-E8D6-35F7-B7961BDF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36C5D82-3565-0EEB-FA26-AF02948D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497FDC-78D9-1E97-D2D8-ABC31826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8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93D07-5126-2079-DCEF-0073D917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DD157F-78EA-F514-B8E8-64275330E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50BC3-04D2-8AC2-FA09-48B82E405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AE4BB0-1EF8-FEA9-365A-7B548334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CF4C7-23DB-1E75-7E03-9C0A6638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7DE6A6-02EF-009F-EAA6-CFB26753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86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1728A-F8B3-B21D-8EFF-5FD7E6BD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A4E7FA-2523-2F99-C541-9C05804C7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A437873-BAE6-2971-2CD3-EC6BEBA22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662A20-D53C-9977-17FF-92EDEF42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8DF23B-AC03-E87F-A54B-F5630044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A1752-2800-A6A7-2CF3-7643E1DC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48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5D7D6-21DA-E2C5-8B1A-A5E5AA15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B37344-3FF0-348A-A93E-999B9FA2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3B1400-4AE6-079C-D6DA-1409B030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487AAE-C0F9-67BA-8929-F56661E5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C6388-94A8-BF1B-486B-2ED5C6C2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6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F035BB-1837-CEB3-147E-B034E4377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8905FF-A922-EF54-DA4A-117D2D241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CB3345-5689-998E-9345-8988143D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3081B3-0F10-5D4D-7850-E29CE66BD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897800-17CF-493A-66D9-97A836AC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36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8991C4-A5CE-D4C0-E25C-9727B667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756F19-57E9-6DBE-5029-C47F181D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AE3F74-6975-8603-53F2-93C97EADA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8E558-C07A-436E-9726-A2B3122036E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A1F7BD-6D75-EEB5-285C-B45F79958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8AEE16-C7C1-81B6-7006-C5417F837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E7AE6-DF2F-4D1A-A05A-DF6FAC16A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09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EE124DAB-2B84-D7FC-C53E-9CCC09E65ECC}"/>
              </a:ext>
            </a:extLst>
          </p:cNvPr>
          <p:cNvGrpSpPr/>
          <p:nvPr/>
        </p:nvGrpSpPr>
        <p:grpSpPr>
          <a:xfrm>
            <a:off x="552320" y="777205"/>
            <a:ext cx="5544616" cy="2053938"/>
            <a:chOff x="47328" y="2959238"/>
            <a:chExt cx="7859417" cy="306205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14BE3A2E-4596-6897-D01D-7A80132AB997}"/>
                </a:ext>
              </a:extLst>
            </p:cNvPr>
            <p:cNvSpPr/>
            <p:nvPr/>
          </p:nvSpPr>
          <p:spPr>
            <a:xfrm>
              <a:off x="47328" y="3861048"/>
              <a:ext cx="72008" cy="7200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E06503B-7BAA-5B66-D789-ACFF62E81E20}"/>
                </a:ext>
              </a:extLst>
            </p:cNvPr>
            <p:cNvSpPr/>
            <p:nvPr/>
          </p:nvSpPr>
          <p:spPr>
            <a:xfrm>
              <a:off x="7834737" y="5949280"/>
              <a:ext cx="72008" cy="7200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2B433686-D63C-2008-0A5F-CCAD2C826A5A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119336" y="3897052"/>
              <a:ext cx="7715401" cy="208823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30FC81EF-5BD2-CF55-C8A4-1ED90F42C921}"/>
                </a:ext>
              </a:extLst>
            </p:cNvPr>
            <p:cNvSpPr/>
            <p:nvPr/>
          </p:nvSpPr>
          <p:spPr>
            <a:xfrm>
              <a:off x="371364" y="2959238"/>
              <a:ext cx="6996702" cy="2568539"/>
            </a:xfrm>
            <a:custGeom>
              <a:avLst/>
              <a:gdLst>
                <a:gd name="csX0" fmla="*/ 0 w 6996702"/>
                <a:gd name="csY0" fmla="*/ 904126 h 2568539"/>
                <a:gd name="csX1" fmla="*/ 267129 w 6996702"/>
                <a:gd name="csY1" fmla="*/ 349321 h 2568539"/>
                <a:gd name="csX2" fmla="*/ 729466 w 6996702"/>
                <a:gd name="csY2" fmla="*/ 791110 h 2568539"/>
                <a:gd name="csX3" fmla="*/ 688369 w 6996702"/>
                <a:gd name="csY3" fmla="*/ 164386 h 2568539"/>
                <a:gd name="csX4" fmla="*/ 1109609 w 6996702"/>
                <a:gd name="csY4" fmla="*/ 832206 h 2568539"/>
                <a:gd name="csX5" fmla="*/ 1181529 w 6996702"/>
                <a:gd name="csY5" fmla="*/ 174660 h 2568539"/>
                <a:gd name="csX6" fmla="*/ 1571946 w 6996702"/>
                <a:gd name="csY6" fmla="*/ 688368 h 2568539"/>
                <a:gd name="csX7" fmla="*/ 1993187 w 6996702"/>
                <a:gd name="csY7" fmla="*/ 61645 h 2568539"/>
                <a:gd name="csX8" fmla="*/ 3328827 w 6996702"/>
                <a:gd name="csY8" fmla="*/ 0 h 2568539"/>
                <a:gd name="csX9" fmla="*/ 4335695 w 6996702"/>
                <a:gd name="csY9" fmla="*/ 195209 h 2568539"/>
                <a:gd name="csX10" fmla="*/ 5599416 w 6996702"/>
                <a:gd name="csY10" fmla="*/ 431514 h 2568539"/>
                <a:gd name="csX11" fmla="*/ 5948737 w 6996702"/>
                <a:gd name="csY11" fmla="*/ 1325366 h 2568539"/>
                <a:gd name="csX12" fmla="*/ 6359704 w 6996702"/>
                <a:gd name="csY12" fmla="*/ 2157573 h 2568539"/>
                <a:gd name="csX13" fmla="*/ 6996702 w 6996702"/>
                <a:gd name="csY13" fmla="*/ 2568539 h 2568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996702" h="2568539">
                  <a:moveTo>
                    <a:pt x="0" y="904126"/>
                  </a:moveTo>
                  <a:lnTo>
                    <a:pt x="267129" y="349321"/>
                  </a:lnTo>
                  <a:lnTo>
                    <a:pt x="729466" y="791110"/>
                  </a:lnTo>
                  <a:lnTo>
                    <a:pt x="688369" y="164386"/>
                  </a:lnTo>
                  <a:lnTo>
                    <a:pt x="1109609" y="832206"/>
                  </a:lnTo>
                  <a:lnTo>
                    <a:pt x="1181529" y="174660"/>
                  </a:lnTo>
                  <a:lnTo>
                    <a:pt x="1571946" y="688368"/>
                  </a:lnTo>
                  <a:lnTo>
                    <a:pt x="1993187" y="61645"/>
                  </a:lnTo>
                  <a:lnTo>
                    <a:pt x="3328827" y="0"/>
                  </a:lnTo>
                  <a:lnTo>
                    <a:pt x="4335695" y="195209"/>
                  </a:lnTo>
                  <a:lnTo>
                    <a:pt x="5599416" y="431514"/>
                  </a:lnTo>
                  <a:lnTo>
                    <a:pt x="5948737" y="1325366"/>
                  </a:lnTo>
                  <a:lnTo>
                    <a:pt x="6359704" y="2157573"/>
                  </a:lnTo>
                  <a:lnTo>
                    <a:pt x="6996702" y="2568539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A1F8F11-05D2-653C-F366-D3C8C4BEC9C2}"/>
              </a:ext>
            </a:extLst>
          </p:cNvPr>
          <p:cNvCxnSpPr/>
          <p:nvPr/>
        </p:nvCxnSpPr>
        <p:spPr>
          <a:xfrm flipV="1">
            <a:off x="8309031" y="3412708"/>
            <a:ext cx="720080" cy="144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60B2F2B-E7E1-8613-16E2-48BA53B1B5C7}"/>
              </a:ext>
            </a:extLst>
          </p:cNvPr>
          <p:cNvCxnSpPr>
            <a:cxnSpLocks/>
          </p:cNvCxnSpPr>
          <p:nvPr/>
        </p:nvCxnSpPr>
        <p:spPr>
          <a:xfrm>
            <a:off x="9029111" y="3412708"/>
            <a:ext cx="2146803" cy="14761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D96E2E6-778E-6F32-4232-B5E4E284336E}"/>
              </a:ext>
            </a:extLst>
          </p:cNvPr>
          <p:cNvCxnSpPr>
            <a:cxnSpLocks/>
          </p:cNvCxnSpPr>
          <p:nvPr/>
        </p:nvCxnSpPr>
        <p:spPr>
          <a:xfrm>
            <a:off x="7536160" y="565770"/>
            <a:ext cx="2200530" cy="428709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2C87975-8F05-98BB-80AE-D0CD996CA311}"/>
              </a:ext>
            </a:extLst>
          </p:cNvPr>
          <p:cNvCxnSpPr/>
          <p:nvPr/>
        </p:nvCxnSpPr>
        <p:spPr>
          <a:xfrm flipV="1">
            <a:off x="8309031" y="2692628"/>
            <a:ext cx="360040" cy="21602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9DEAFC3-FA5E-E3F9-4517-004CF0935FF5}"/>
              </a:ext>
            </a:extLst>
          </p:cNvPr>
          <p:cNvCxnSpPr>
            <a:cxnSpLocks/>
          </p:cNvCxnSpPr>
          <p:nvPr/>
        </p:nvCxnSpPr>
        <p:spPr>
          <a:xfrm flipH="1" flipV="1">
            <a:off x="8668958" y="2708920"/>
            <a:ext cx="2520393" cy="217995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0BCBF898-93E8-7E2B-AEEB-1E92761A125E}"/>
              </a:ext>
            </a:extLst>
          </p:cNvPr>
          <p:cNvSpPr txBox="1"/>
          <p:nvPr/>
        </p:nvSpPr>
        <p:spPr>
          <a:xfrm>
            <a:off x="8120853" y="4852868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D2EC7D3-76E1-45F4-1488-C5BFA7B44EA4}"/>
              </a:ext>
            </a:extLst>
          </p:cNvPr>
          <p:cNvSpPr txBox="1"/>
          <p:nvPr/>
        </p:nvSpPr>
        <p:spPr>
          <a:xfrm>
            <a:off x="11017487" y="4831889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282D6EC-E6FC-8BFE-F373-9F6C323CCC40}"/>
              </a:ext>
            </a:extLst>
          </p:cNvPr>
          <p:cNvSpPr txBox="1"/>
          <p:nvPr/>
        </p:nvSpPr>
        <p:spPr>
          <a:xfrm>
            <a:off x="8653938" y="3228042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F3C00FF-9D2E-9183-2E03-928116E4D52F}"/>
              </a:ext>
            </a:extLst>
          </p:cNvPr>
          <p:cNvSpPr txBox="1"/>
          <p:nvPr/>
        </p:nvSpPr>
        <p:spPr>
          <a:xfrm>
            <a:off x="8662293" y="2334093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B’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0884BC3-8A95-A48C-F107-1C13880A3AF1}"/>
              </a:ext>
            </a:extLst>
          </p:cNvPr>
          <p:cNvSpPr txBox="1"/>
          <p:nvPr/>
        </p:nvSpPr>
        <p:spPr>
          <a:xfrm>
            <a:off x="9615607" y="4818689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A47F62B-8412-7176-97CE-A4C6804647DB}"/>
              </a:ext>
            </a:extLst>
          </p:cNvPr>
          <p:cNvSpPr txBox="1"/>
          <p:nvPr/>
        </p:nvSpPr>
        <p:spPr>
          <a:xfrm>
            <a:off x="8840464" y="4870576"/>
            <a:ext cx="47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</a:t>
            </a:r>
          </a:p>
        </p:txBody>
      </p:sp>
    </p:spTree>
    <p:extLst>
      <p:ext uri="{BB962C8B-B14F-4D97-AF65-F5344CB8AC3E}">
        <p14:creationId xmlns:p14="http://schemas.microsoft.com/office/powerpoint/2010/main" val="416484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7C78ACF-93CE-07F5-8476-8C49626C5C46}"/>
              </a:ext>
            </a:extLst>
          </p:cNvPr>
          <p:cNvGrpSpPr/>
          <p:nvPr/>
        </p:nvGrpSpPr>
        <p:grpSpPr>
          <a:xfrm>
            <a:off x="54977" y="0"/>
            <a:ext cx="2512631" cy="6858000"/>
            <a:chOff x="54977" y="0"/>
            <a:chExt cx="12082046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B3A6CCEC-9779-D728-5938-B8A2018F8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77" y="0"/>
              <a:ext cx="12082046" cy="6858000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60ED36C-9008-EF2C-36F1-36A9E6FCC7CF}"/>
                </a:ext>
              </a:extLst>
            </p:cNvPr>
            <p:cNvSpPr/>
            <p:nvPr/>
          </p:nvSpPr>
          <p:spPr>
            <a:xfrm>
              <a:off x="7392144" y="404664"/>
              <a:ext cx="360040" cy="1440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815866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8</Words>
  <Application>Microsoft Office PowerPoint</Application>
  <PresentationFormat>Grand écran</PresentationFormat>
  <Paragraphs>7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2026-02-19T15:04:15Z</dcterms:created>
  <dcterms:modified xsi:type="dcterms:W3CDTF">2026-03-16T13:26:45Z</dcterms:modified>
</cp:coreProperties>
</file>