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7898025-15E3-4451-826A-EBCE81AEFAC6}" v="10" dt="2026-03-09T08:20:19.04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3" d="100"/>
          <a:sy n="93" d="100"/>
        </p:scale>
        <p:origin x="27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ques Delort" userId="338bbbaa6367577a" providerId="LiveId" clId="{29EEF4E2-F752-45CC-A7DF-F1AD94B64117}"/>
    <pc:docChg chg="undo custSel addSld modSld">
      <pc:chgData name="Jacques Delort" userId="338bbbaa6367577a" providerId="LiveId" clId="{29EEF4E2-F752-45CC-A7DF-F1AD94B64117}" dt="2026-03-09T08:22:34.040" v="163" actId="13822"/>
      <pc:docMkLst>
        <pc:docMk/>
      </pc:docMkLst>
      <pc:sldChg chg="addSp delSp modSp new mod">
        <pc:chgData name="Jacques Delort" userId="338bbbaa6367577a" providerId="LiveId" clId="{29EEF4E2-F752-45CC-A7DF-F1AD94B64117}" dt="2026-03-09T08:22:34.040" v="163" actId="13822"/>
        <pc:sldMkLst>
          <pc:docMk/>
          <pc:sldMk cId="4164847936" sldId="256"/>
        </pc:sldMkLst>
        <pc:spChg chg="add mod">
          <ac:chgData name="Jacques Delort" userId="338bbbaa6367577a" providerId="LiveId" clId="{29EEF4E2-F752-45CC-A7DF-F1AD94B64117}" dt="2026-03-09T08:20:14.944" v="53" actId="1035"/>
          <ac:spMkLst>
            <pc:docMk/>
            <pc:sldMk cId="4164847936" sldId="256"/>
            <ac:spMk id="32" creationId="{3B80BEB3-5FBB-9BC6-EEB8-F0E55FDCD194}"/>
          </ac:spMkLst>
        </pc:spChg>
        <pc:spChg chg="add mod">
          <ac:chgData name="Jacques Delort" userId="338bbbaa6367577a" providerId="LiveId" clId="{29EEF4E2-F752-45CC-A7DF-F1AD94B64117}" dt="2026-03-09T08:20:07.545" v="52" actId="1037"/>
          <ac:spMkLst>
            <pc:docMk/>
            <pc:sldMk cId="4164847936" sldId="256"/>
            <ac:spMk id="33" creationId="{14BE3A2E-4596-6897-D01D-7A80132AB997}"/>
          </ac:spMkLst>
        </pc:spChg>
        <pc:spChg chg="add mod">
          <ac:chgData name="Jacques Delort" userId="338bbbaa6367577a" providerId="LiveId" clId="{29EEF4E2-F752-45CC-A7DF-F1AD94B64117}" dt="2026-03-09T08:20:27.380" v="161" actId="1036"/>
          <ac:spMkLst>
            <pc:docMk/>
            <pc:sldMk cId="4164847936" sldId="256"/>
            <ac:spMk id="34" creationId="{9E06503B-7BAA-5B66-D789-ACFF62E81E20}"/>
          </ac:spMkLst>
        </pc:spChg>
        <pc:grpChg chg="add del mod">
          <ac:chgData name="Jacques Delort" userId="338bbbaa6367577a" providerId="LiveId" clId="{29EEF4E2-F752-45CC-A7DF-F1AD94B64117}" dt="2026-03-09T08:18:04.713" v="32" actId="478"/>
          <ac:grpSpMkLst>
            <pc:docMk/>
            <pc:sldMk cId="4164847936" sldId="256"/>
            <ac:grpSpMk id="7" creationId="{E6CC6447-67B7-02BF-4AAB-B1BF92786B69}"/>
          </ac:grpSpMkLst>
        </pc:grpChg>
        <pc:grpChg chg="add del mod">
          <ac:chgData name="Jacques Delort" userId="338bbbaa6367577a" providerId="LiveId" clId="{29EEF4E2-F752-45CC-A7DF-F1AD94B64117}" dt="2026-03-09T08:18:04.713" v="32" actId="478"/>
          <ac:grpSpMkLst>
            <pc:docMk/>
            <pc:sldMk cId="4164847936" sldId="256"/>
            <ac:grpSpMk id="8" creationId="{CC49AD1E-E8AC-5EAB-D878-FF2F111BFE88}"/>
          </ac:grpSpMkLst>
        </pc:grpChg>
        <pc:grpChg chg="add del mod">
          <ac:chgData name="Jacques Delort" userId="338bbbaa6367577a" providerId="LiveId" clId="{29EEF4E2-F752-45CC-A7DF-F1AD94B64117}" dt="2026-03-09T08:18:04.713" v="32" actId="478"/>
          <ac:grpSpMkLst>
            <pc:docMk/>
            <pc:sldMk cId="4164847936" sldId="256"/>
            <ac:grpSpMk id="12" creationId="{695BDF72-2698-196F-603E-2CB5060ECBE0}"/>
          </ac:grpSpMkLst>
        </pc:grpChg>
        <pc:grpChg chg="add del mod">
          <ac:chgData name="Jacques Delort" userId="338bbbaa6367577a" providerId="LiveId" clId="{29EEF4E2-F752-45CC-A7DF-F1AD94B64117}" dt="2026-03-09T08:18:04.713" v="32" actId="478"/>
          <ac:grpSpMkLst>
            <pc:docMk/>
            <pc:sldMk cId="4164847936" sldId="256"/>
            <ac:grpSpMk id="16" creationId="{D7C4DB7E-5010-CA1D-15DE-457832718E75}"/>
          </ac:grpSpMkLst>
        </pc:grpChg>
        <pc:grpChg chg="add del mod">
          <ac:chgData name="Jacques Delort" userId="338bbbaa6367577a" providerId="LiveId" clId="{29EEF4E2-F752-45CC-A7DF-F1AD94B64117}" dt="2026-03-09T08:18:04.713" v="32" actId="478"/>
          <ac:grpSpMkLst>
            <pc:docMk/>
            <pc:sldMk cId="4164847936" sldId="256"/>
            <ac:grpSpMk id="20" creationId="{6BA576CB-0E49-F488-7BB0-6CA8B8324917}"/>
          </ac:grpSpMkLst>
        </pc:grpChg>
        <pc:grpChg chg="add del mod">
          <ac:chgData name="Jacques Delort" userId="338bbbaa6367577a" providerId="LiveId" clId="{29EEF4E2-F752-45CC-A7DF-F1AD94B64117}" dt="2026-03-09T08:18:04.713" v="32" actId="478"/>
          <ac:grpSpMkLst>
            <pc:docMk/>
            <pc:sldMk cId="4164847936" sldId="256"/>
            <ac:grpSpMk id="24" creationId="{CCC06B75-E64F-23C2-E72A-FFEB0D4FADBE}"/>
          </ac:grpSpMkLst>
        </pc:grpChg>
        <pc:grpChg chg="add del mod">
          <ac:chgData name="Jacques Delort" userId="338bbbaa6367577a" providerId="LiveId" clId="{29EEF4E2-F752-45CC-A7DF-F1AD94B64117}" dt="2026-03-09T08:18:04.713" v="32" actId="478"/>
          <ac:grpSpMkLst>
            <pc:docMk/>
            <pc:sldMk cId="4164847936" sldId="256"/>
            <ac:grpSpMk id="28" creationId="{21F12C76-951C-19E7-FC9E-8C6A00FF7A52}"/>
          </ac:grpSpMkLst>
        </pc:grpChg>
        <pc:cxnChg chg="add mod">
          <ac:chgData name="Jacques Delort" userId="338bbbaa6367577a" providerId="LiveId" clId="{29EEF4E2-F752-45CC-A7DF-F1AD94B64117}" dt="2026-03-09T08:16:19.804" v="11" actId="164"/>
          <ac:cxnSpMkLst>
            <pc:docMk/>
            <pc:sldMk cId="4164847936" sldId="256"/>
            <ac:cxnSpMk id="3" creationId="{509B9223-4E9D-1682-D265-5A298EB95378}"/>
          </ac:cxnSpMkLst>
        </pc:cxnChg>
        <pc:cxnChg chg="add mod">
          <ac:chgData name="Jacques Delort" userId="338bbbaa6367577a" providerId="LiveId" clId="{29EEF4E2-F752-45CC-A7DF-F1AD94B64117}" dt="2026-03-09T08:16:19.804" v="11" actId="164"/>
          <ac:cxnSpMkLst>
            <pc:docMk/>
            <pc:sldMk cId="4164847936" sldId="256"/>
            <ac:cxnSpMk id="4" creationId="{65408C89-C011-4059-C38F-9B3E066F269E}"/>
          </ac:cxnSpMkLst>
        </pc:cxnChg>
        <pc:cxnChg chg="add mod">
          <ac:chgData name="Jacques Delort" userId="338bbbaa6367577a" providerId="LiveId" clId="{29EEF4E2-F752-45CC-A7DF-F1AD94B64117}" dt="2026-03-09T08:16:19.804" v="11" actId="164"/>
          <ac:cxnSpMkLst>
            <pc:docMk/>
            <pc:sldMk cId="4164847936" sldId="256"/>
            <ac:cxnSpMk id="6" creationId="{D9ACE838-7097-5493-1326-C2BB1FBB9D58}"/>
          </ac:cxnSpMkLst>
        </pc:cxnChg>
        <pc:cxnChg chg="mod">
          <ac:chgData name="Jacques Delort" userId="338bbbaa6367577a" providerId="LiveId" clId="{29EEF4E2-F752-45CC-A7DF-F1AD94B64117}" dt="2026-03-09T08:16:24.951" v="13"/>
          <ac:cxnSpMkLst>
            <pc:docMk/>
            <pc:sldMk cId="4164847936" sldId="256"/>
            <ac:cxnSpMk id="9" creationId="{3662788E-BF38-B14D-1659-F38C8779C7D6}"/>
          </ac:cxnSpMkLst>
        </pc:cxnChg>
        <pc:cxnChg chg="mod">
          <ac:chgData name="Jacques Delort" userId="338bbbaa6367577a" providerId="LiveId" clId="{29EEF4E2-F752-45CC-A7DF-F1AD94B64117}" dt="2026-03-09T08:16:24.951" v="13"/>
          <ac:cxnSpMkLst>
            <pc:docMk/>
            <pc:sldMk cId="4164847936" sldId="256"/>
            <ac:cxnSpMk id="10" creationId="{CA0AF580-E15B-4768-7D1E-F6298334A394}"/>
          </ac:cxnSpMkLst>
        </pc:cxnChg>
        <pc:cxnChg chg="mod">
          <ac:chgData name="Jacques Delort" userId="338bbbaa6367577a" providerId="LiveId" clId="{29EEF4E2-F752-45CC-A7DF-F1AD94B64117}" dt="2026-03-09T08:16:24.951" v="13"/>
          <ac:cxnSpMkLst>
            <pc:docMk/>
            <pc:sldMk cId="4164847936" sldId="256"/>
            <ac:cxnSpMk id="11" creationId="{8BE40ECC-7A6F-DA26-2BC7-408DF0F28F1A}"/>
          </ac:cxnSpMkLst>
        </pc:cxnChg>
        <pc:cxnChg chg="mod">
          <ac:chgData name="Jacques Delort" userId="338bbbaa6367577a" providerId="LiveId" clId="{29EEF4E2-F752-45CC-A7DF-F1AD94B64117}" dt="2026-03-09T08:17:09.833" v="20"/>
          <ac:cxnSpMkLst>
            <pc:docMk/>
            <pc:sldMk cId="4164847936" sldId="256"/>
            <ac:cxnSpMk id="13" creationId="{8AADBE31-B817-F9B7-BFA8-25EF796687B6}"/>
          </ac:cxnSpMkLst>
        </pc:cxnChg>
        <pc:cxnChg chg="mod">
          <ac:chgData name="Jacques Delort" userId="338bbbaa6367577a" providerId="LiveId" clId="{29EEF4E2-F752-45CC-A7DF-F1AD94B64117}" dt="2026-03-09T08:17:09.833" v="20"/>
          <ac:cxnSpMkLst>
            <pc:docMk/>
            <pc:sldMk cId="4164847936" sldId="256"/>
            <ac:cxnSpMk id="14" creationId="{FE1DD088-2794-7495-1F41-C89C3DF265EE}"/>
          </ac:cxnSpMkLst>
        </pc:cxnChg>
        <pc:cxnChg chg="mod">
          <ac:chgData name="Jacques Delort" userId="338bbbaa6367577a" providerId="LiveId" clId="{29EEF4E2-F752-45CC-A7DF-F1AD94B64117}" dt="2026-03-09T08:17:09.833" v="20"/>
          <ac:cxnSpMkLst>
            <pc:docMk/>
            <pc:sldMk cId="4164847936" sldId="256"/>
            <ac:cxnSpMk id="15" creationId="{C6AFFC3C-FD8D-302E-1880-91CAC724FA6F}"/>
          </ac:cxnSpMkLst>
        </pc:cxnChg>
        <pc:cxnChg chg="mod">
          <ac:chgData name="Jacques Delort" userId="338bbbaa6367577a" providerId="LiveId" clId="{29EEF4E2-F752-45CC-A7DF-F1AD94B64117}" dt="2026-03-09T08:17:15.432" v="22"/>
          <ac:cxnSpMkLst>
            <pc:docMk/>
            <pc:sldMk cId="4164847936" sldId="256"/>
            <ac:cxnSpMk id="17" creationId="{3A365BE7-F415-FF95-DE21-279DAA4FFE79}"/>
          </ac:cxnSpMkLst>
        </pc:cxnChg>
        <pc:cxnChg chg="mod">
          <ac:chgData name="Jacques Delort" userId="338bbbaa6367577a" providerId="LiveId" clId="{29EEF4E2-F752-45CC-A7DF-F1AD94B64117}" dt="2026-03-09T08:17:15.432" v="22"/>
          <ac:cxnSpMkLst>
            <pc:docMk/>
            <pc:sldMk cId="4164847936" sldId="256"/>
            <ac:cxnSpMk id="18" creationId="{CE654C14-AE20-BD4A-A558-6A4832010BA3}"/>
          </ac:cxnSpMkLst>
        </pc:cxnChg>
        <pc:cxnChg chg="mod">
          <ac:chgData name="Jacques Delort" userId="338bbbaa6367577a" providerId="LiveId" clId="{29EEF4E2-F752-45CC-A7DF-F1AD94B64117}" dt="2026-03-09T08:17:15.432" v="22"/>
          <ac:cxnSpMkLst>
            <pc:docMk/>
            <pc:sldMk cId="4164847936" sldId="256"/>
            <ac:cxnSpMk id="19" creationId="{4F7E4D2A-1B3E-FF22-73D8-AF42AADB2F15}"/>
          </ac:cxnSpMkLst>
        </pc:cxnChg>
        <pc:cxnChg chg="mod">
          <ac:chgData name="Jacques Delort" userId="338bbbaa6367577a" providerId="LiveId" clId="{29EEF4E2-F752-45CC-A7DF-F1AD94B64117}" dt="2026-03-09T08:17:24.886" v="25"/>
          <ac:cxnSpMkLst>
            <pc:docMk/>
            <pc:sldMk cId="4164847936" sldId="256"/>
            <ac:cxnSpMk id="21" creationId="{FD959FC8-F556-C012-6A13-389012174D46}"/>
          </ac:cxnSpMkLst>
        </pc:cxnChg>
        <pc:cxnChg chg="mod">
          <ac:chgData name="Jacques Delort" userId="338bbbaa6367577a" providerId="LiveId" clId="{29EEF4E2-F752-45CC-A7DF-F1AD94B64117}" dt="2026-03-09T08:17:24.886" v="25"/>
          <ac:cxnSpMkLst>
            <pc:docMk/>
            <pc:sldMk cId="4164847936" sldId="256"/>
            <ac:cxnSpMk id="22" creationId="{84EF3B4A-72DD-2038-37DE-574BFDAB6345}"/>
          </ac:cxnSpMkLst>
        </pc:cxnChg>
        <pc:cxnChg chg="mod">
          <ac:chgData name="Jacques Delort" userId="338bbbaa6367577a" providerId="LiveId" clId="{29EEF4E2-F752-45CC-A7DF-F1AD94B64117}" dt="2026-03-09T08:17:24.886" v="25"/>
          <ac:cxnSpMkLst>
            <pc:docMk/>
            <pc:sldMk cId="4164847936" sldId="256"/>
            <ac:cxnSpMk id="23" creationId="{81632275-B2A5-A327-E8CE-E707568984B4}"/>
          </ac:cxnSpMkLst>
        </pc:cxnChg>
        <pc:cxnChg chg="mod">
          <ac:chgData name="Jacques Delort" userId="338bbbaa6367577a" providerId="LiveId" clId="{29EEF4E2-F752-45CC-A7DF-F1AD94B64117}" dt="2026-03-09T08:17:30.709" v="27"/>
          <ac:cxnSpMkLst>
            <pc:docMk/>
            <pc:sldMk cId="4164847936" sldId="256"/>
            <ac:cxnSpMk id="25" creationId="{038F644C-963D-FB8F-6D3D-BADFEE0EEA74}"/>
          </ac:cxnSpMkLst>
        </pc:cxnChg>
        <pc:cxnChg chg="mod">
          <ac:chgData name="Jacques Delort" userId="338bbbaa6367577a" providerId="LiveId" clId="{29EEF4E2-F752-45CC-A7DF-F1AD94B64117}" dt="2026-03-09T08:17:30.709" v="27"/>
          <ac:cxnSpMkLst>
            <pc:docMk/>
            <pc:sldMk cId="4164847936" sldId="256"/>
            <ac:cxnSpMk id="26" creationId="{463E8FD3-EF1B-2755-2324-26CDE0EA9BD9}"/>
          </ac:cxnSpMkLst>
        </pc:cxnChg>
        <pc:cxnChg chg="mod">
          <ac:chgData name="Jacques Delort" userId="338bbbaa6367577a" providerId="LiveId" clId="{29EEF4E2-F752-45CC-A7DF-F1AD94B64117}" dt="2026-03-09T08:17:30.709" v="27"/>
          <ac:cxnSpMkLst>
            <pc:docMk/>
            <pc:sldMk cId="4164847936" sldId="256"/>
            <ac:cxnSpMk id="27" creationId="{70D37497-60F1-B9D7-8F3F-26651AE05F39}"/>
          </ac:cxnSpMkLst>
        </pc:cxnChg>
        <pc:cxnChg chg="mod">
          <ac:chgData name="Jacques Delort" userId="338bbbaa6367577a" providerId="LiveId" clId="{29EEF4E2-F752-45CC-A7DF-F1AD94B64117}" dt="2026-03-09T08:17:39.202" v="29"/>
          <ac:cxnSpMkLst>
            <pc:docMk/>
            <pc:sldMk cId="4164847936" sldId="256"/>
            <ac:cxnSpMk id="29" creationId="{9B170877-3C32-234E-8601-D30476C33E66}"/>
          </ac:cxnSpMkLst>
        </pc:cxnChg>
        <pc:cxnChg chg="mod">
          <ac:chgData name="Jacques Delort" userId="338bbbaa6367577a" providerId="LiveId" clId="{29EEF4E2-F752-45CC-A7DF-F1AD94B64117}" dt="2026-03-09T08:17:39.202" v="29"/>
          <ac:cxnSpMkLst>
            <pc:docMk/>
            <pc:sldMk cId="4164847936" sldId="256"/>
            <ac:cxnSpMk id="30" creationId="{A0D5D03E-27E1-2642-0C0F-AA3A29BEA349}"/>
          </ac:cxnSpMkLst>
        </pc:cxnChg>
        <pc:cxnChg chg="mod">
          <ac:chgData name="Jacques Delort" userId="338bbbaa6367577a" providerId="LiveId" clId="{29EEF4E2-F752-45CC-A7DF-F1AD94B64117}" dt="2026-03-09T08:17:39.202" v="29"/>
          <ac:cxnSpMkLst>
            <pc:docMk/>
            <pc:sldMk cId="4164847936" sldId="256"/>
            <ac:cxnSpMk id="31" creationId="{0D9DD1FE-FE49-CA8B-B720-B9C9FCD0082A}"/>
          </ac:cxnSpMkLst>
        </pc:cxnChg>
        <pc:cxnChg chg="add mod">
          <ac:chgData name="Jacques Delort" userId="338bbbaa6367577a" providerId="LiveId" clId="{29EEF4E2-F752-45CC-A7DF-F1AD94B64117}" dt="2026-03-09T08:22:34.040" v="163" actId="13822"/>
          <ac:cxnSpMkLst>
            <pc:docMk/>
            <pc:sldMk cId="4164847936" sldId="256"/>
            <ac:cxnSpMk id="36" creationId="{2B433686-D63C-2008-0A5F-CCAD2C826A5A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CC755A-E4A9-472B-9F9E-A9F73C19AD1B}" type="datetimeFigureOut">
              <a:rPr lang="fr-FR" smtClean="0"/>
              <a:t>09/03/2026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0451E0-5BE5-42D5-ABA7-86C2BB60081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9107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0451E0-5BE5-42D5-ABA7-86C2BB600816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921523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B3B5C43-778A-3AF5-0664-90C3236A26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56FDFBB-B046-97F5-4B59-A94D19BF26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DBC6E61-D34E-96EA-13D5-172259AA5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8E558-C07A-436E-9726-A2B3122036E2}" type="datetimeFigureOut">
              <a:rPr lang="fr-FR" smtClean="0"/>
              <a:t>09/03/2026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97301CA-3077-95A3-E76C-F50A31E0EF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F301435-7F70-7BE4-795D-C1F998311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E7AE6-DF2F-4D1A-A05A-DF6FAC16A6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7467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98B284A-2BDD-B40A-7082-A38ED37A2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7A3DA65-C862-035F-A2A3-A20D9A32D9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DDA9042-C3D7-5DAD-27BA-60D0CE595D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8E558-C07A-436E-9726-A2B3122036E2}" type="datetimeFigureOut">
              <a:rPr lang="fr-FR" smtClean="0"/>
              <a:t>09/03/2026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F5FF65D-7F9B-9B6D-9F74-BFF1221D87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2443E8B-86A4-DA13-5FA7-B4F4C01FE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E7AE6-DF2F-4D1A-A05A-DF6FAC16A6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62368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9437B5-5A0D-2844-A103-735389679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23F3070-17EA-2256-8C68-851FB7BBBA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0155E01-AF81-58A2-EC88-E6CDA94F5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8E558-C07A-436E-9726-A2B3122036E2}" type="datetimeFigureOut">
              <a:rPr lang="fr-FR" smtClean="0"/>
              <a:t>09/03/2026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95C9287-F9D3-E8F0-DB05-7A09853B9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3658EEB-D762-46B3-24FC-90CA9C989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E7AE6-DF2F-4D1A-A05A-DF6FAC16A6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24457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2B4F9A6-79BE-97E3-485C-A3178B933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E73135A-DA90-59DE-F08D-A22A4F3C2A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5B017B9-8184-4A3C-A410-58239C0CA2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E6B8D43-91B0-9757-CDC6-2BDC4E39D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8E558-C07A-436E-9726-A2B3122036E2}" type="datetimeFigureOut">
              <a:rPr lang="fr-FR" smtClean="0"/>
              <a:t>09/03/2026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5DBCC3F-96AB-9F61-AFDC-775F0FF0E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6EB336C-2E84-9332-1D51-98FFDE920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E7AE6-DF2F-4D1A-A05A-DF6FAC16A6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83979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AD44BF-3FE3-03FB-80A2-027F6CDA8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68A2FEB-B1D7-13C9-B56C-EDBAFBE52C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F0D0FA5-88A7-3D8E-7BE8-3F60946FAC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66C17C0E-E51B-3CA1-A522-189DC17330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239CD290-23D6-B0C5-D55F-9C131AB88E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984B88E-3A8E-D329-40C9-FD38068D5A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8E558-C07A-436E-9726-A2B3122036E2}" type="datetimeFigureOut">
              <a:rPr lang="fr-FR" smtClean="0"/>
              <a:t>09/03/2026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08A7A43-10FE-A0C5-EF50-F47E33CA1D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117677B-0600-B22A-82C6-27A55598A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E7AE6-DF2F-4D1A-A05A-DF6FAC16A6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624037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9FA5025-CA19-21AD-30AA-40F99E782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6F2DA2E-210F-97BF-8989-56DD15A26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8E558-C07A-436E-9726-A2B3122036E2}" type="datetimeFigureOut">
              <a:rPr lang="fr-FR" smtClean="0"/>
              <a:t>09/03/2026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F210170-11D9-6B62-5D7C-5CDAE3B4C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3F7A73F-2731-50D1-2FDE-FF18B3BDC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E7AE6-DF2F-4D1A-A05A-DF6FAC16A6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451580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4D99EFA-8010-E8D6-35F7-B7961BDF6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8E558-C07A-436E-9726-A2B3122036E2}" type="datetimeFigureOut">
              <a:rPr lang="fr-FR" smtClean="0"/>
              <a:t>09/03/2026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36C5D82-3565-0EEB-FA26-AF02948D2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B497FDC-78D9-1E97-D2D8-ABC318269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E7AE6-DF2F-4D1A-A05A-DF6FAC16A6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28054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B93D07-5126-2079-DCEF-0073D9172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DD157F-78EA-F514-B8E8-64275330EF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C750BC3-04D2-8AC2-FA09-48B82E4059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0AE4BB0-1EF8-FEA9-365A-7B548334CE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8E558-C07A-436E-9726-A2B3122036E2}" type="datetimeFigureOut">
              <a:rPr lang="fr-FR" smtClean="0"/>
              <a:t>09/03/2026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9FCF4C7-23DB-1E75-7E03-9C0A6638D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17DE6A6-02EF-009F-EAA6-CFB26753B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E7AE6-DF2F-4D1A-A05A-DF6FAC16A6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898667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81728A-F8B3-B21D-8EFF-5FD7E6BD1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44A4E7FA-2523-2F99-C541-9C05804C79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A437873-BAE6-2971-2CD3-EC6BEBA22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0662A20-D53C-9977-17FF-92EDEF422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8E558-C07A-436E-9726-A2B3122036E2}" type="datetimeFigureOut">
              <a:rPr lang="fr-FR" smtClean="0"/>
              <a:t>09/03/2026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48DF23B-AC03-E87F-A54B-F5630044E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99A1752-2800-A6A7-2CF3-7643E1DCE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E7AE6-DF2F-4D1A-A05A-DF6FAC16A6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64853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45D7D6-21DA-E2C5-8B1A-A5E5AA156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DB37344-3FF0-348A-A93E-999B9FA213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B3B1400-4AE6-079C-D6DA-1409B0301E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8E558-C07A-436E-9726-A2B3122036E2}" type="datetimeFigureOut">
              <a:rPr lang="fr-FR" smtClean="0"/>
              <a:t>09/03/2026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7487AAE-C0F9-67BA-8929-F56661E51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2FC6388-94A8-BF1B-486B-2ED5C6C20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E7AE6-DF2F-4D1A-A05A-DF6FAC16A6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26338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7AF035BB-1837-CEB3-147E-B034E43770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88905FF-A922-EF54-DA4A-117D2D241F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0CB3345-5689-998E-9345-8988143D6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8E558-C07A-436E-9726-A2B3122036E2}" type="datetimeFigureOut">
              <a:rPr lang="fr-FR" smtClean="0"/>
              <a:t>09/03/2026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03081B3-0F10-5D4D-7850-E29CE66BD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D897800-17CF-493A-66D9-97A836ACD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E7AE6-DF2F-4D1A-A05A-DF6FAC16A6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4367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08991C4-A5CE-D4C0-E25C-9727B667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5756F19-57E9-6DBE-5029-C47F181D96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3AE3F74-6975-8603-53F2-93C97EADAE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D8E558-C07A-436E-9726-A2B3122036E2}" type="datetimeFigureOut">
              <a:rPr lang="fr-FR" smtClean="0"/>
              <a:t>09/03/2026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6A1F7BD-6D75-EEB5-285C-B45F79958F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8AEE16-C7C1-81B6-7006-C5417F8370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2E7AE6-DF2F-4D1A-A05A-DF6FAC16A6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3091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orme libre : forme 31">
            <a:extLst>
              <a:ext uri="{FF2B5EF4-FFF2-40B4-BE49-F238E27FC236}">
                <a16:creationId xmlns:a16="http://schemas.microsoft.com/office/drawing/2014/main" id="{3B80BEB3-5FBB-9BC6-EEB8-F0E55FDCD194}"/>
              </a:ext>
            </a:extLst>
          </p:cNvPr>
          <p:cNvSpPr/>
          <p:nvPr/>
        </p:nvSpPr>
        <p:spPr>
          <a:xfrm>
            <a:off x="1037690" y="2204864"/>
            <a:ext cx="6318607" cy="2352782"/>
          </a:xfrm>
          <a:custGeom>
            <a:avLst/>
            <a:gdLst>
              <a:gd name="csX0" fmla="*/ 0 w 6318607"/>
              <a:gd name="csY0" fmla="*/ 1027415 h 2352782"/>
              <a:gd name="csX1" fmla="*/ 750013 w 6318607"/>
              <a:gd name="csY1" fmla="*/ 575352 h 2352782"/>
              <a:gd name="csX2" fmla="*/ 1222625 w 6318607"/>
              <a:gd name="csY2" fmla="*/ 811658 h 2352782"/>
              <a:gd name="csX3" fmla="*/ 1849348 w 6318607"/>
              <a:gd name="csY3" fmla="*/ 297950 h 2352782"/>
              <a:gd name="csX4" fmla="*/ 2743200 w 6318607"/>
              <a:gd name="csY4" fmla="*/ 0 h 2352782"/>
              <a:gd name="csX5" fmla="*/ 4109663 w 6318607"/>
              <a:gd name="csY5" fmla="*/ 61645 h 2352782"/>
              <a:gd name="csX6" fmla="*/ 5383658 w 6318607"/>
              <a:gd name="csY6" fmla="*/ 667820 h 2352782"/>
              <a:gd name="csX7" fmla="*/ 5578867 w 6318607"/>
              <a:gd name="csY7" fmla="*/ 1140431 h 2352782"/>
              <a:gd name="csX8" fmla="*/ 6072027 w 6318607"/>
              <a:gd name="csY8" fmla="*/ 1695236 h 2352782"/>
              <a:gd name="csX9" fmla="*/ 6318607 w 6318607"/>
              <a:gd name="csY9" fmla="*/ 2352782 h 235278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318607" h="2352782">
                <a:moveTo>
                  <a:pt x="0" y="1027415"/>
                </a:moveTo>
                <a:lnTo>
                  <a:pt x="750013" y="575352"/>
                </a:lnTo>
                <a:lnTo>
                  <a:pt x="1222625" y="811658"/>
                </a:lnTo>
                <a:lnTo>
                  <a:pt x="1849348" y="297950"/>
                </a:lnTo>
                <a:lnTo>
                  <a:pt x="2743200" y="0"/>
                </a:lnTo>
                <a:lnTo>
                  <a:pt x="4109663" y="61645"/>
                </a:lnTo>
                <a:lnTo>
                  <a:pt x="5383658" y="667820"/>
                </a:lnTo>
                <a:lnTo>
                  <a:pt x="5578867" y="1140431"/>
                </a:lnTo>
                <a:lnTo>
                  <a:pt x="6072027" y="1695236"/>
                </a:lnTo>
                <a:lnTo>
                  <a:pt x="6318607" y="2352782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Ellipse 32">
            <a:extLst>
              <a:ext uri="{FF2B5EF4-FFF2-40B4-BE49-F238E27FC236}">
                <a16:creationId xmlns:a16="http://schemas.microsoft.com/office/drawing/2014/main" id="{14BE3A2E-4596-6897-D01D-7A80132AB997}"/>
              </a:ext>
            </a:extLst>
          </p:cNvPr>
          <p:cNvSpPr/>
          <p:nvPr/>
        </p:nvSpPr>
        <p:spPr>
          <a:xfrm>
            <a:off x="983432" y="3212976"/>
            <a:ext cx="72008" cy="72008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Ellipse 33">
            <a:extLst>
              <a:ext uri="{FF2B5EF4-FFF2-40B4-BE49-F238E27FC236}">
                <a16:creationId xmlns:a16="http://schemas.microsoft.com/office/drawing/2014/main" id="{9E06503B-7BAA-5B66-D789-ACFF62E81E20}"/>
              </a:ext>
            </a:extLst>
          </p:cNvPr>
          <p:cNvSpPr/>
          <p:nvPr/>
        </p:nvSpPr>
        <p:spPr>
          <a:xfrm>
            <a:off x="7536160" y="4653136"/>
            <a:ext cx="72008" cy="72008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2B433686-D63C-2008-0A5F-CCAD2C826A5A}"/>
              </a:ext>
            </a:extLst>
          </p:cNvPr>
          <p:cNvCxnSpPr>
            <a:stCxn id="33" idx="5"/>
            <a:endCxn id="34" idx="6"/>
          </p:cNvCxnSpPr>
          <p:nvPr/>
        </p:nvCxnSpPr>
        <p:spPr>
          <a:xfrm>
            <a:off x="1044895" y="3274439"/>
            <a:ext cx="6491265" cy="141470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484793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</Words>
  <Application>Microsoft Office PowerPoint</Application>
  <PresentationFormat>Grand écran</PresentationFormat>
  <Paragraphs>1</Paragraphs>
  <Slides>1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Jacques Delort</dc:creator>
  <cp:lastModifiedBy>Jacques Delort</cp:lastModifiedBy>
  <cp:revision>1</cp:revision>
  <dcterms:created xsi:type="dcterms:W3CDTF">2026-02-19T15:04:15Z</dcterms:created>
  <dcterms:modified xsi:type="dcterms:W3CDTF">2026-03-09T08:22:37Z</dcterms:modified>
</cp:coreProperties>
</file>