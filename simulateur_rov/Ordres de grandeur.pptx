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7898025-15E3-4451-826A-EBCE81AEFAC6}" v="10" dt="2026-03-09T08:20:19.0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50" d="100"/>
          <a:sy n="150" d="100"/>
        </p:scale>
        <p:origin x="108" y="-1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ques Delort" userId="338bbbaa6367577a" providerId="LiveId" clId="{29EEF4E2-F752-45CC-A7DF-F1AD94B64117}"/>
    <pc:docChg chg="undo custSel addSld modSld">
      <pc:chgData name="Jacques Delort" userId="338bbbaa6367577a" providerId="LiveId" clId="{29EEF4E2-F752-45CC-A7DF-F1AD94B64117}" dt="2026-03-12T14:59:48.166" v="186" actId="14100"/>
      <pc:docMkLst>
        <pc:docMk/>
      </pc:docMkLst>
      <pc:sldChg chg="addSp delSp modSp new mod">
        <pc:chgData name="Jacques Delort" userId="338bbbaa6367577a" providerId="LiveId" clId="{29EEF4E2-F752-45CC-A7DF-F1AD94B64117}" dt="2026-03-12T14:59:48.166" v="186" actId="14100"/>
        <pc:sldMkLst>
          <pc:docMk/>
          <pc:sldMk cId="4164847936" sldId="256"/>
        </pc:sldMkLst>
        <pc:spChg chg="add mod">
          <ac:chgData name="Jacques Delort" userId="338bbbaa6367577a" providerId="LiveId" clId="{29EEF4E2-F752-45CC-A7DF-F1AD94B64117}" dt="2026-03-12T14:59:00.357" v="172" actId="1076"/>
          <ac:spMkLst>
            <pc:docMk/>
            <pc:sldMk cId="4164847936" sldId="256"/>
            <ac:spMk id="6" creationId="{30FC81EF-5BD2-CF55-C8A4-1ED90F42C921}"/>
          </ac:spMkLst>
        </pc:spChg>
        <pc:spChg chg="add del mod">
          <ac:chgData name="Jacques Delort" userId="338bbbaa6367577a" providerId="LiveId" clId="{29EEF4E2-F752-45CC-A7DF-F1AD94B64117}" dt="2026-03-12T14:58:55.097" v="171" actId="478"/>
          <ac:spMkLst>
            <pc:docMk/>
            <pc:sldMk cId="4164847936" sldId="256"/>
            <ac:spMk id="32" creationId="{3B80BEB3-5FBB-9BC6-EEB8-F0E55FDCD194}"/>
          </ac:spMkLst>
        </pc:spChg>
        <pc:spChg chg="add mod">
          <ac:chgData name="Jacques Delort" userId="338bbbaa6367577a" providerId="LiveId" clId="{29EEF4E2-F752-45CC-A7DF-F1AD94B64117}" dt="2026-03-12T14:59:40.004" v="184" actId="1036"/>
          <ac:spMkLst>
            <pc:docMk/>
            <pc:sldMk cId="4164847936" sldId="256"/>
            <ac:spMk id="33" creationId="{14BE3A2E-4596-6897-D01D-7A80132AB997}"/>
          </ac:spMkLst>
        </pc:spChg>
        <pc:spChg chg="add mod">
          <ac:chgData name="Jacques Delort" userId="338bbbaa6367577a" providerId="LiveId" clId="{29EEF4E2-F752-45CC-A7DF-F1AD94B64117}" dt="2026-03-12T14:59:25.786" v="178" actId="1036"/>
          <ac:spMkLst>
            <pc:docMk/>
            <pc:sldMk cId="4164847936" sldId="256"/>
            <ac:spMk id="34" creationId="{9E06503B-7BAA-5B66-D789-ACFF62E81E20}"/>
          </ac:spMkLst>
        </pc:spChg>
        <pc:cxnChg chg="add del mod">
          <ac:chgData name="Jacques Delort" userId="338bbbaa6367577a" providerId="LiveId" clId="{29EEF4E2-F752-45CC-A7DF-F1AD94B64117}" dt="2026-03-12T14:59:05.457" v="173" actId="478"/>
          <ac:cxnSpMkLst>
            <pc:docMk/>
            <pc:sldMk cId="4164847936" sldId="256"/>
            <ac:cxnSpMk id="4" creationId="{98ABC3DA-3309-0A01-5160-80E3D5CE4E3F}"/>
          </ac:cxnSpMkLst>
        </pc:cxnChg>
        <pc:cxnChg chg="add mod">
          <ac:chgData name="Jacques Delort" userId="338bbbaa6367577a" providerId="LiveId" clId="{29EEF4E2-F752-45CC-A7DF-F1AD94B64117}" dt="2026-03-12T14:59:48.166" v="186" actId="14100"/>
          <ac:cxnSpMkLst>
            <pc:docMk/>
            <pc:sldMk cId="4164847936" sldId="256"/>
            <ac:cxnSpMk id="36" creationId="{2B433686-D63C-2008-0A5F-CCAD2C826A5A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CC755A-E4A9-472B-9F9E-A9F73C19AD1B}" type="datetimeFigureOut">
              <a:rPr lang="fr-FR" smtClean="0"/>
              <a:t>12/03/2026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0451E0-5BE5-42D5-ABA7-86C2BB60081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9107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0451E0-5BE5-42D5-ABA7-86C2BB600816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921523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3B5C43-778A-3AF5-0664-90C3236A26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FDFBB-B046-97F5-4B59-A94D19BF26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DBC6E61-D34E-96EA-13D5-172259AA5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8E558-C07A-436E-9726-A2B3122036E2}" type="datetimeFigureOut">
              <a:rPr lang="fr-FR" smtClean="0"/>
              <a:t>12/03/2026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97301CA-3077-95A3-E76C-F50A31E0E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F301435-7F70-7BE4-795D-C1F998311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E7AE6-DF2F-4D1A-A05A-DF6FAC16A6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7467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98B284A-2BDD-B40A-7082-A38ED37A2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7A3DA65-C862-035F-A2A3-A20D9A32D9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DDA9042-C3D7-5DAD-27BA-60D0CE595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8E558-C07A-436E-9726-A2B3122036E2}" type="datetimeFigureOut">
              <a:rPr lang="fr-FR" smtClean="0"/>
              <a:t>12/03/2026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F5FF65D-7F9B-9B6D-9F74-BFF1221D8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2443E8B-86A4-DA13-5FA7-B4F4C01FE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E7AE6-DF2F-4D1A-A05A-DF6FAC16A6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62368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9437B5-5A0D-2844-A103-735389679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23F3070-17EA-2256-8C68-851FB7BBB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0155E01-AF81-58A2-EC88-E6CDA94F5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8E558-C07A-436E-9726-A2B3122036E2}" type="datetimeFigureOut">
              <a:rPr lang="fr-FR" smtClean="0"/>
              <a:t>12/03/2026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95C9287-F9D3-E8F0-DB05-7A09853B9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3658EEB-D762-46B3-24FC-90CA9C989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E7AE6-DF2F-4D1A-A05A-DF6FAC16A6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24457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B4F9A6-79BE-97E3-485C-A3178B933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E73135A-DA90-59DE-F08D-A22A4F3C2A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5B017B9-8184-4A3C-A410-58239C0CA2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E6B8D43-91B0-9757-CDC6-2BDC4E39D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8E558-C07A-436E-9726-A2B3122036E2}" type="datetimeFigureOut">
              <a:rPr lang="fr-FR" smtClean="0"/>
              <a:t>12/03/2026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5DBCC3F-96AB-9F61-AFDC-775F0FF0E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6EB336C-2E84-9332-1D51-98FFDE920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E7AE6-DF2F-4D1A-A05A-DF6FAC16A6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83979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AD44BF-3FE3-03FB-80A2-027F6CDA8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68A2FEB-B1D7-13C9-B56C-EDBAFBE52C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F0D0FA5-88A7-3D8E-7BE8-3F60946FAC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6C17C0E-E51B-3CA1-A522-189DC17330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39CD290-23D6-B0C5-D55F-9C131AB88E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984B88E-3A8E-D329-40C9-FD38068D5A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8E558-C07A-436E-9726-A2B3122036E2}" type="datetimeFigureOut">
              <a:rPr lang="fr-FR" smtClean="0"/>
              <a:t>12/03/2026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08A7A43-10FE-A0C5-EF50-F47E33CA1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117677B-0600-B22A-82C6-27A55598A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E7AE6-DF2F-4D1A-A05A-DF6FAC16A6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2403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9FA5025-CA19-21AD-30AA-40F99E782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6F2DA2E-210F-97BF-8989-56DD15A26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8E558-C07A-436E-9726-A2B3122036E2}" type="datetimeFigureOut">
              <a:rPr lang="fr-FR" smtClean="0"/>
              <a:t>12/03/2026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F210170-11D9-6B62-5D7C-5CDAE3B4C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3F7A73F-2731-50D1-2FDE-FF18B3BDC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E7AE6-DF2F-4D1A-A05A-DF6FAC16A6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51580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4D99EFA-8010-E8D6-35F7-B7961BDF6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8E558-C07A-436E-9726-A2B3122036E2}" type="datetimeFigureOut">
              <a:rPr lang="fr-FR" smtClean="0"/>
              <a:t>12/03/2026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36C5D82-3565-0EEB-FA26-AF02948D2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B497FDC-78D9-1E97-D2D8-ABC318269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E7AE6-DF2F-4D1A-A05A-DF6FAC16A6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28054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B93D07-5126-2079-DCEF-0073D9172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DD157F-78EA-F514-B8E8-64275330EF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C750BC3-04D2-8AC2-FA09-48B82E4059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0AE4BB0-1EF8-FEA9-365A-7B548334C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8E558-C07A-436E-9726-A2B3122036E2}" type="datetimeFigureOut">
              <a:rPr lang="fr-FR" smtClean="0"/>
              <a:t>12/03/2026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9FCF4C7-23DB-1E75-7E03-9C0A6638D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17DE6A6-02EF-009F-EAA6-CFB26753B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E7AE6-DF2F-4D1A-A05A-DF6FAC16A6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9866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81728A-F8B3-B21D-8EFF-5FD7E6BD1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44A4E7FA-2523-2F99-C541-9C05804C79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A437873-BAE6-2971-2CD3-EC6BEBA22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0662A20-D53C-9977-17FF-92EDEF422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8E558-C07A-436E-9726-A2B3122036E2}" type="datetimeFigureOut">
              <a:rPr lang="fr-FR" smtClean="0"/>
              <a:t>12/03/2026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48DF23B-AC03-E87F-A54B-F5630044E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99A1752-2800-A6A7-2CF3-7643E1DCE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E7AE6-DF2F-4D1A-A05A-DF6FAC16A6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64853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45D7D6-21DA-E2C5-8B1A-A5E5AA156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DB37344-3FF0-348A-A93E-999B9FA213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B3B1400-4AE6-079C-D6DA-1409B0301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8E558-C07A-436E-9726-A2B3122036E2}" type="datetimeFigureOut">
              <a:rPr lang="fr-FR" smtClean="0"/>
              <a:t>12/03/2026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7487AAE-C0F9-67BA-8929-F56661E51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2FC6388-94A8-BF1B-486B-2ED5C6C20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E7AE6-DF2F-4D1A-A05A-DF6FAC16A6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633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AF035BB-1837-CEB3-147E-B034E43770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88905FF-A922-EF54-DA4A-117D2D241F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0CB3345-5689-998E-9345-8988143D6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8E558-C07A-436E-9726-A2B3122036E2}" type="datetimeFigureOut">
              <a:rPr lang="fr-FR" smtClean="0"/>
              <a:t>12/03/2026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03081B3-0F10-5D4D-7850-E29CE66BD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D897800-17CF-493A-66D9-97A836ACD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E7AE6-DF2F-4D1A-A05A-DF6FAC16A6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4367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08991C4-A5CE-D4C0-E25C-9727B667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5756F19-57E9-6DBE-5029-C47F181D96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3AE3F74-6975-8603-53F2-93C97EADAE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D8E558-C07A-436E-9726-A2B3122036E2}" type="datetimeFigureOut">
              <a:rPr lang="fr-FR" smtClean="0"/>
              <a:t>12/03/2026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6A1F7BD-6D75-EEB5-285C-B45F79958F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8AEE16-C7C1-81B6-7006-C5417F837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2E7AE6-DF2F-4D1A-A05A-DF6FAC16A6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3091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Ellipse 32">
            <a:extLst>
              <a:ext uri="{FF2B5EF4-FFF2-40B4-BE49-F238E27FC236}">
                <a16:creationId xmlns:a16="http://schemas.microsoft.com/office/drawing/2014/main" id="{14BE3A2E-4596-6897-D01D-7A80132AB997}"/>
              </a:ext>
            </a:extLst>
          </p:cNvPr>
          <p:cNvSpPr/>
          <p:nvPr/>
        </p:nvSpPr>
        <p:spPr>
          <a:xfrm>
            <a:off x="983432" y="3284984"/>
            <a:ext cx="72008" cy="72008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9E06503B-7BAA-5B66-D789-ACFF62E81E20}"/>
              </a:ext>
            </a:extLst>
          </p:cNvPr>
          <p:cNvSpPr/>
          <p:nvPr/>
        </p:nvSpPr>
        <p:spPr>
          <a:xfrm>
            <a:off x="8482809" y="5373216"/>
            <a:ext cx="72008" cy="72008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2B433686-D63C-2008-0A5F-CCAD2C826A5A}"/>
              </a:ext>
            </a:extLst>
          </p:cNvPr>
          <p:cNvCxnSpPr>
            <a:cxnSpLocks/>
            <a:stCxn id="33" idx="5"/>
            <a:endCxn id="34" idx="2"/>
          </p:cNvCxnSpPr>
          <p:nvPr/>
        </p:nvCxnSpPr>
        <p:spPr>
          <a:xfrm>
            <a:off x="1044895" y="3346447"/>
            <a:ext cx="7437914" cy="206277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30FC81EF-5BD2-CF55-C8A4-1ED90F42C921}"/>
              </a:ext>
            </a:extLst>
          </p:cNvPr>
          <p:cNvSpPr/>
          <p:nvPr/>
        </p:nvSpPr>
        <p:spPr>
          <a:xfrm>
            <a:off x="1019436" y="2383174"/>
            <a:ext cx="6996702" cy="2568539"/>
          </a:xfrm>
          <a:custGeom>
            <a:avLst/>
            <a:gdLst>
              <a:gd name="csX0" fmla="*/ 0 w 6996702"/>
              <a:gd name="csY0" fmla="*/ 904126 h 2568539"/>
              <a:gd name="csX1" fmla="*/ 267129 w 6996702"/>
              <a:gd name="csY1" fmla="*/ 349321 h 2568539"/>
              <a:gd name="csX2" fmla="*/ 729466 w 6996702"/>
              <a:gd name="csY2" fmla="*/ 791110 h 2568539"/>
              <a:gd name="csX3" fmla="*/ 688369 w 6996702"/>
              <a:gd name="csY3" fmla="*/ 164386 h 2568539"/>
              <a:gd name="csX4" fmla="*/ 1109609 w 6996702"/>
              <a:gd name="csY4" fmla="*/ 832206 h 2568539"/>
              <a:gd name="csX5" fmla="*/ 1181529 w 6996702"/>
              <a:gd name="csY5" fmla="*/ 174660 h 2568539"/>
              <a:gd name="csX6" fmla="*/ 1571946 w 6996702"/>
              <a:gd name="csY6" fmla="*/ 688368 h 2568539"/>
              <a:gd name="csX7" fmla="*/ 1993187 w 6996702"/>
              <a:gd name="csY7" fmla="*/ 61645 h 2568539"/>
              <a:gd name="csX8" fmla="*/ 3328827 w 6996702"/>
              <a:gd name="csY8" fmla="*/ 0 h 2568539"/>
              <a:gd name="csX9" fmla="*/ 4335695 w 6996702"/>
              <a:gd name="csY9" fmla="*/ 195209 h 2568539"/>
              <a:gd name="csX10" fmla="*/ 5599416 w 6996702"/>
              <a:gd name="csY10" fmla="*/ 431514 h 2568539"/>
              <a:gd name="csX11" fmla="*/ 5948737 w 6996702"/>
              <a:gd name="csY11" fmla="*/ 1325366 h 2568539"/>
              <a:gd name="csX12" fmla="*/ 6359704 w 6996702"/>
              <a:gd name="csY12" fmla="*/ 2157573 h 2568539"/>
              <a:gd name="csX13" fmla="*/ 6996702 w 6996702"/>
              <a:gd name="csY13" fmla="*/ 2568539 h 25685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6996702" h="2568539">
                <a:moveTo>
                  <a:pt x="0" y="904126"/>
                </a:moveTo>
                <a:lnTo>
                  <a:pt x="267129" y="349321"/>
                </a:lnTo>
                <a:lnTo>
                  <a:pt x="729466" y="791110"/>
                </a:lnTo>
                <a:lnTo>
                  <a:pt x="688369" y="164386"/>
                </a:lnTo>
                <a:lnTo>
                  <a:pt x="1109609" y="832206"/>
                </a:lnTo>
                <a:lnTo>
                  <a:pt x="1181529" y="174660"/>
                </a:lnTo>
                <a:lnTo>
                  <a:pt x="1571946" y="688368"/>
                </a:lnTo>
                <a:lnTo>
                  <a:pt x="1993187" y="61645"/>
                </a:lnTo>
                <a:lnTo>
                  <a:pt x="3328827" y="0"/>
                </a:lnTo>
                <a:lnTo>
                  <a:pt x="4335695" y="195209"/>
                </a:lnTo>
                <a:lnTo>
                  <a:pt x="5599416" y="431514"/>
                </a:lnTo>
                <a:lnTo>
                  <a:pt x="5948737" y="1325366"/>
                </a:lnTo>
                <a:lnTo>
                  <a:pt x="6359704" y="2157573"/>
                </a:lnTo>
                <a:lnTo>
                  <a:pt x="6996702" y="2568539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484793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</TotalTime>
  <Words>1</Words>
  <Application>Microsoft Office PowerPoint</Application>
  <PresentationFormat>Grand écran</PresentationFormat>
  <Paragraphs>1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Jacques Delort</dc:creator>
  <cp:lastModifiedBy>Jacques Delort</cp:lastModifiedBy>
  <cp:revision>1</cp:revision>
  <dcterms:created xsi:type="dcterms:W3CDTF">2026-02-19T15:04:15Z</dcterms:created>
  <dcterms:modified xsi:type="dcterms:W3CDTF">2026-03-12T14:59:53Z</dcterms:modified>
</cp:coreProperties>
</file>