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8DBF521E-18C4-495E-A0CA-F7400B02C724}" v="22" dt="2026-02-05T15:16:30.883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97" d="100"/>
          <a:sy n="97" d="100"/>
        </p:scale>
        <p:origin x="1074" y="30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microsoft.com/office/2015/10/relationships/revisionInfo" Target="revisionInfo.xml"/><Relationship Id="rId3" Type="http://schemas.openxmlformats.org/officeDocument/2006/relationships/presProps" Target="presProps.xml"/><Relationship Id="rId7" Type="http://schemas.microsoft.com/office/2016/11/relationships/changesInfo" Target="changesInfos/changesInfo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Jacques Delort" userId="338bbbaa6367577a" providerId="LiveId" clId="{29EEF4E2-F752-45CC-A7DF-F1AD94B64117}"/>
    <pc:docChg chg="undo custSel addSld modSld">
      <pc:chgData name="Jacques Delort" userId="338bbbaa6367577a" providerId="LiveId" clId="{29EEF4E2-F752-45CC-A7DF-F1AD94B64117}" dt="2026-02-05T15:16:40.418" v="62" actId="14100"/>
      <pc:docMkLst>
        <pc:docMk/>
      </pc:docMkLst>
      <pc:sldChg chg="addSp delSp modSp new mod">
        <pc:chgData name="Jacques Delort" userId="338bbbaa6367577a" providerId="LiveId" clId="{29EEF4E2-F752-45CC-A7DF-F1AD94B64117}" dt="2026-02-05T15:16:40.418" v="62" actId="14100"/>
        <pc:sldMkLst>
          <pc:docMk/>
          <pc:sldMk cId="566299199" sldId="256"/>
        </pc:sldMkLst>
        <pc:spChg chg="del">
          <ac:chgData name="Jacques Delort" userId="338bbbaa6367577a" providerId="LiveId" clId="{29EEF4E2-F752-45CC-A7DF-F1AD94B64117}" dt="2026-02-05T15:08:10.740" v="1" actId="478"/>
          <ac:spMkLst>
            <pc:docMk/>
            <pc:sldMk cId="566299199" sldId="256"/>
            <ac:spMk id="2" creationId="{E67B3B5B-6B5D-8916-C41B-86FA49B513D6}"/>
          </ac:spMkLst>
        </pc:spChg>
        <pc:spChg chg="del">
          <ac:chgData name="Jacques Delort" userId="338bbbaa6367577a" providerId="LiveId" clId="{29EEF4E2-F752-45CC-A7DF-F1AD94B64117}" dt="2026-02-05T15:08:10.740" v="1" actId="478"/>
          <ac:spMkLst>
            <pc:docMk/>
            <pc:sldMk cId="566299199" sldId="256"/>
            <ac:spMk id="3" creationId="{5D3C9AD0-B90F-157E-5C0E-D702933099CB}"/>
          </ac:spMkLst>
        </pc:spChg>
        <pc:spChg chg="add del mod">
          <ac:chgData name="Jacques Delort" userId="338bbbaa6367577a" providerId="LiveId" clId="{29EEF4E2-F752-45CC-A7DF-F1AD94B64117}" dt="2026-02-05T15:12:15.882" v="32" actId="478"/>
          <ac:spMkLst>
            <pc:docMk/>
            <pc:sldMk cId="566299199" sldId="256"/>
            <ac:spMk id="5" creationId="{E38C8B4C-7E43-D011-154C-1787C78E78BA}"/>
          </ac:spMkLst>
        </pc:spChg>
        <pc:spChg chg="add del mod">
          <ac:chgData name="Jacques Delort" userId="338bbbaa6367577a" providerId="LiveId" clId="{29EEF4E2-F752-45CC-A7DF-F1AD94B64117}" dt="2026-02-05T15:12:13.558" v="31" actId="478"/>
          <ac:spMkLst>
            <pc:docMk/>
            <pc:sldMk cId="566299199" sldId="256"/>
            <ac:spMk id="7" creationId="{23C87011-E5EC-C60D-786A-65876BF1510B}"/>
          </ac:spMkLst>
        </pc:spChg>
        <pc:spChg chg="add del mod">
          <ac:chgData name="Jacques Delort" userId="338bbbaa6367577a" providerId="LiveId" clId="{29EEF4E2-F752-45CC-A7DF-F1AD94B64117}" dt="2026-02-05T15:11:58.205" v="26" actId="478"/>
          <ac:spMkLst>
            <pc:docMk/>
            <pc:sldMk cId="566299199" sldId="256"/>
            <ac:spMk id="9" creationId="{0F3D18F8-7BC6-6572-3779-612C73EDF599}"/>
          </ac:spMkLst>
        </pc:spChg>
        <pc:spChg chg="add del">
          <ac:chgData name="Jacques Delort" userId="338bbbaa6367577a" providerId="LiveId" clId="{29EEF4E2-F752-45CC-A7DF-F1AD94B64117}" dt="2026-02-05T15:12:06.360" v="28" actId="22"/>
          <ac:spMkLst>
            <pc:docMk/>
            <pc:sldMk cId="566299199" sldId="256"/>
            <ac:spMk id="11" creationId="{86D822D9-78E2-A35E-7CCF-87E9A9ED3D4E}"/>
          </ac:spMkLst>
        </pc:spChg>
        <pc:spChg chg="add del">
          <ac:chgData name="Jacques Delort" userId="338bbbaa6367577a" providerId="LiveId" clId="{29EEF4E2-F752-45CC-A7DF-F1AD94B64117}" dt="2026-02-05T15:12:10.493" v="30" actId="22"/>
          <ac:spMkLst>
            <pc:docMk/>
            <pc:sldMk cId="566299199" sldId="256"/>
            <ac:spMk id="13" creationId="{86ECD359-3D39-1C6F-48C6-21BF7625FE2E}"/>
          </ac:spMkLst>
        </pc:spChg>
        <pc:picChg chg="add mod">
          <ac:chgData name="Jacques Delort" userId="338bbbaa6367577a" providerId="LiveId" clId="{29EEF4E2-F752-45CC-A7DF-F1AD94B64117}" dt="2026-02-05T15:14:02.462" v="51" actId="1076"/>
          <ac:picMkLst>
            <pc:docMk/>
            <pc:sldMk cId="566299199" sldId="256"/>
            <ac:picMk id="15" creationId="{CCF995E2-AD24-10E7-B135-F95597E7EC0F}"/>
          </ac:picMkLst>
        </pc:picChg>
        <pc:picChg chg="add mod">
          <ac:chgData name="Jacques Delort" userId="338bbbaa6367577a" providerId="LiveId" clId="{29EEF4E2-F752-45CC-A7DF-F1AD94B64117}" dt="2026-02-05T15:13:28.247" v="48" actId="1076"/>
          <ac:picMkLst>
            <pc:docMk/>
            <pc:sldMk cId="566299199" sldId="256"/>
            <ac:picMk id="17" creationId="{19F99D4E-077B-62D9-9E78-D728BC332764}"/>
          </ac:picMkLst>
        </pc:picChg>
        <pc:picChg chg="add mod">
          <ac:chgData name="Jacques Delort" userId="338bbbaa6367577a" providerId="LiveId" clId="{29EEF4E2-F752-45CC-A7DF-F1AD94B64117}" dt="2026-02-05T15:15:33.486" v="55" actId="14100"/>
          <ac:picMkLst>
            <pc:docMk/>
            <pc:sldMk cId="566299199" sldId="256"/>
            <ac:picMk id="19" creationId="{8E8362E2-1CB3-CD84-7CBE-F805A1F1D837}"/>
          </ac:picMkLst>
        </pc:picChg>
        <pc:cxnChg chg="add">
          <ac:chgData name="Jacques Delort" userId="338bbbaa6367577a" providerId="LiveId" clId="{29EEF4E2-F752-45CC-A7DF-F1AD94B64117}" dt="2026-02-05T15:16:19.360" v="56" actId="11529"/>
          <ac:cxnSpMkLst>
            <pc:docMk/>
            <pc:sldMk cId="566299199" sldId="256"/>
            <ac:cxnSpMk id="3" creationId="{356154B8-C704-81C2-97AF-673D689CC80D}"/>
          </ac:cxnSpMkLst>
        </pc:cxnChg>
        <pc:cxnChg chg="add mod">
          <ac:chgData name="Jacques Delort" userId="338bbbaa6367577a" providerId="LiveId" clId="{29EEF4E2-F752-45CC-A7DF-F1AD94B64117}" dt="2026-02-05T15:16:29.366" v="59" actId="14100"/>
          <ac:cxnSpMkLst>
            <pc:docMk/>
            <pc:sldMk cId="566299199" sldId="256"/>
            <ac:cxnSpMk id="4" creationId="{641BAD99-221F-4F66-D0C7-0300F6A83C77}"/>
          </ac:cxnSpMkLst>
        </pc:cxnChg>
        <pc:cxnChg chg="add mod">
          <ac:chgData name="Jacques Delort" userId="338bbbaa6367577a" providerId="LiveId" clId="{29EEF4E2-F752-45CC-A7DF-F1AD94B64117}" dt="2026-02-05T15:16:40.418" v="62" actId="14100"/>
          <ac:cxnSpMkLst>
            <pc:docMk/>
            <pc:sldMk cId="566299199" sldId="256"/>
            <ac:cxnSpMk id="7" creationId="{2353D3A4-AC12-1643-B667-E2FF2E4D6B39}"/>
          </ac:cxnSpMkLst>
        </pc:cxn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0BFE51F6-2969-7E15-3F1C-3E9AF57C888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AE6D4BED-4B9A-730E-D496-6EF7CFF53A6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/>
              <a:t>Modifiez le style des sous-titres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685F4D39-CF6F-8BAE-D327-1BCCC8997C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C939D8-F4E5-4383-8D05-34EFDC21F002}" type="datetimeFigureOut">
              <a:rPr lang="fr-FR" smtClean="0"/>
              <a:t>05/02/2026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2D5DE273-38A1-D72B-72CE-65A571334F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ADC18A01-C258-C240-F7C7-0EEDC9A968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8F7135-F60E-4F18-A31A-C51D31EA04A1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90775476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EDC3D898-FB76-4DC7-831B-10CB2FEA53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CB504A0B-82B0-0351-A025-94F9E1738FF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96EDD947-0A03-8A43-3424-8852D937A1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C939D8-F4E5-4383-8D05-34EFDC21F002}" type="datetimeFigureOut">
              <a:rPr lang="fr-FR" smtClean="0"/>
              <a:t>05/02/2026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E93A686E-4C89-593C-1B21-B35FC03DC6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ECEA5B4D-8446-D7B7-9AAA-D2D9D83675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8F7135-F60E-4F18-A31A-C51D31EA04A1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0390711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29F7AEC9-FDF6-3AF0-C7F1-925288CB24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43BF9F32-62E4-DFB4-690C-AD22495D73A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1FA2A972-EDA5-E6F5-3769-04CF12D5B7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C939D8-F4E5-4383-8D05-34EFDC21F002}" type="datetimeFigureOut">
              <a:rPr lang="fr-FR" smtClean="0"/>
              <a:t>05/02/2026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A85B6448-9EE0-3FD8-5AC9-DBABF863D5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51112D81-3994-0418-421F-3C3D872AB1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8F7135-F60E-4F18-A31A-C51D31EA04A1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12856010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0C2A0040-3823-4057-E5DB-0753ECB5C2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796716D0-78D1-7A27-7549-DB1E7555070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758946CA-C091-B41F-6C62-7B53D08382B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B3C70EB7-E3EB-6489-3E80-2A666F8D9E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C939D8-F4E5-4383-8D05-34EFDC21F002}" type="datetimeFigureOut">
              <a:rPr lang="fr-FR" smtClean="0"/>
              <a:t>05/02/2026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1F591D70-FE80-4BF2-7283-7885031F5A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6B64EA0E-CE0C-55DE-706A-F6AB3AFC50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8F7135-F60E-4F18-A31A-C51D31EA04A1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9969559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62F6DD9B-3590-BCD7-039E-757078A55B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F7621DFD-6EF4-9AE5-5671-EBADBCAEBB4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740B2744-97D2-7AFB-9EB9-4E6496AC02C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u texte 4">
            <a:extLst>
              <a:ext uri="{FF2B5EF4-FFF2-40B4-BE49-F238E27FC236}">
                <a16:creationId xmlns:a16="http://schemas.microsoft.com/office/drawing/2014/main" id="{D2014056-16D9-464B-5F02-68830C14B75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Espace réservé du contenu 5">
            <a:extLst>
              <a:ext uri="{FF2B5EF4-FFF2-40B4-BE49-F238E27FC236}">
                <a16:creationId xmlns:a16="http://schemas.microsoft.com/office/drawing/2014/main" id="{6825B1C2-C670-1B83-B08F-D8CF78E2F35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7" name="Espace réservé de la date 6">
            <a:extLst>
              <a:ext uri="{FF2B5EF4-FFF2-40B4-BE49-F238E27FC236}">
                <a16:creationId xmlns:a16="http://schemas.microsoft.com/office/drawing/2014/main" id="{9698B476-5746-32DC-ABA9-EE9D4B6745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C939D8-F4E5-4383-8D05-34EFDC21F002}" type="datetimeFigureOut">
              <a:rPr lang="fr-FR" smtClean="0"/>
              <a:t>05/02/2026</a:t>
            </a:fld>
            <a:endParaRPr lang="fr-FR"/>
          </a:p>
        </p:txBody>
      </p:sp>
      <p:sp>
        <p:nvSpPr>
          <p:cNvPr id="8" name="Espace réservé du pied de page 7">
            <a:extLst>
              <a:ext uri="{FF2B5EF4-FFF2-40B4-BE49-F238E27FC236}">
                <a16:creationId xmlns:a16="http://schemas.microsoft.com/office/drawing/2014/main" id="{7F199353-71D8-992E-8EFB-CB9CE36432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Espace réservé du numéro de diapositive 8">
            <a:extLst>
              <a:ext uri="{FF2B5EF4-FFF2-40B4-BE49-F238E27FC236}">
                <a16:creationId xmlns:a16="http://schemas.microsoft.com/office/drawing/2014/main" id="{D5BB45A7-4C8C-E02E-AAE3-04CEAD39F4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8F7135-F60E-4F18-A31A-C51D31EA04A1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71629725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4E11EBB5-E21F-4BC8-2B72-09DC8303BC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e la date 2">
            <a:extLst>
              <a:ext uri="{FF2B5EF4-FFF2-40B4-BE49-F238E27FC236}">
                <a16:creationId xmlns:a16="http://schemas.microsoft.com/office/drawing/2014/main" id="{82B8BFB8-0DB5-ABD5-BD33-79F3C962F8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C939D8-F4E5-4383-8D05-34EFDC21F002}" type="datetimeFigureOut">
              <a:rPr lang="fr-FR" smtClean="0"/>
              <a:t>05/02/2026</a:t>
            </a:fld>
            <a:endParaRPr lang="fr-FR"/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C8B0FFE1-9279-8ECC-E0B0-EF041C5DFB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A1E234C9-BA9E-4961-3ADE-2142EA371E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8F7135-F60E-4F18-A31A-C51D31EA04A1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7377362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>
            <a:extLst>
              <a:ext uri="{FF2B5EF4-FFF2-40B4-BE49-F238E27FC236}">
                <a16:creationId xmlns:a16="http://schemas.microsoft.com/office/drawing/2014/main" id="{BAA1D1E7-15B8-503C-2C38-8BD1971E52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C939D8-F4E5-4383-8D05-34EFDC21F002}" type="datetimeFigureOut">
              <a:rPr lang="fr-FR" smtClean="0"/>
              <a:t>05/02/2026</a:t>
            </a:fld>
            <a:endParaRPr lang="fr-FR"/>
          </a:p>
        </p:txBody>
      </p:sp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B17E485E-BB2E-F44E-52A1-39A611E719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32514A76-DC5E-EED3-598F-B2FEC67BE4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8F7135-F60E-4F18-A31A-C51D31EA04A1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30523023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BA7A17F5-68CD-18E3-72A7-D429BA224D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C77DB88A-A03C-A267-1D96-E7FD243DA17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CFC7E44E-C100-4098-19EF-87DEC141920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DD96F588-D0C5-E331-740C-452657BAA0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C939D8-F4E5-4383-8D05-34EFDC21F002}" type="datetimeFigureOut">
              <a:rPr lang="fr-FR" smtClean="0"/>
              <a:t>05/02/2026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7EC31307-ACC3-EB91-9D66-987629DF00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34544750-8F68-F4AF-EF16-7B9E6BBA59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8F7135-F60E-4F18-A31A-C51D31EA04A1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08039273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CC9875A4-81F7-EEF4-C467-7086679F4D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pour une image  2">
            <a:extLst>
              <a:ext uri="{FF2B5EF4-FFF2-40B4-BE49-F238E27FC236}">
                <a16:creationId xmlns:a16="http://schemas.microsoft.com/office/drawing/2014/main" id="{E10C2D78-1F8E-8EBB-96DB-966C830474A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FR"/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1910AD12-C38E-07A9-6935-AF7ACAAB4F4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4C633575-1873-50AC-493A-29981FF14A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C939D8-F4E5-4383-8D05-34EFDC21F002}" type="datetimeFigureOut">
              <a:rPr lang="fr-FR" smtClean="0"/>
              <a:t>05/02/2026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62F6662D-FE23-00D9-39F5-938339D768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DF8E53DD-6830-CAFA-A4EB-F8DC3606E9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8F7135-F60E-4F18-A31A-C51D31EA04A1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72888523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22D26B2B-FA55-94FE-8D01-14764C4F49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F0250881-0470-B484-BD3B-E234D4AF842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541B8D0E-EA98-2DF1-A36E-D28E611850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C939D8-F4E5-4383-8D05-34EFDC21F002}" type="datetimeFigureOut">
              <a:rPr lang="fr-FR" smtClean="0"/>
              <a:t>05/02/2026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0AD9F03A-769C-05E3-5E18-0407EF7116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D848DDE7-160F-27FC-25A8-6E92946FBB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8F7135-F60E-4F18-A31A-C51D31EA04A1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03762534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>
            <a:extLst>
              <a:ext uri="{FF2B5EF4-FFF2-40B4-BE49-F238E27FC236}">
                <a16:creationId xmlns:a16="http://schemas.microsoft.com/office/drawing/2014/main" id="{D56CB2B0-71AC-7B04-84D0-D099E931D71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4FBD11C3-4D56-B42B-2636-EDB3F394184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03C08F93-24BE-D932-1213-1DBEAB6AEB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C939D8-F4E5-4383-8D05-34EFDC21F002}" type="datetimeFigureOut">
              <a:rPr lang="fr-FR" smtClean="0"/>
              <a:t>05/02/2026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0B0C1BF5-CBA6-D69C-4381-505794BCE5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6C7B8EF4-B107-3628-9912-D33AEF2070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8F7135-F60E-4F18-A31A-C51D31EA04A1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17923360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>
            <a:extLst>
              <a:ext uri="{FF2B5EF4-FFF2-40B4-BE49-F238E27FC236}">
                <a16:creationId xmlns:a16="http://schemas.microsoft.com/office/drawing/2014/main" id="{99334C9D-D76E-8141-164A-79C9516528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C5EDBB64-5296-07E5-628C-539C27FE614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67C0B25E-44DA-7486-5FF0-3E42C8B36BF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8C939D8-F4E5-4383-8D05-34EFDC21F002}" type="datetimeFigureOut">
              <a:rPr lang="fr-FR" smtClean="0"/>
              <a:t>05/02/2026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5492DBF2-F7B5-9379-C74C-8EE96DA2F9B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4174EDB9-B382-9D59-1C63-3C6107FB6A0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B8F7135-F60E-4F18-A31A-C51D31EA04A1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59891162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Image 14" descr="Une image contenant texte, Police, capture d’écran, algèbre&#10;&#10;Le contenu généré par l’IA peut être incorrect.">
            <a:extLst>
              <a:ext uri="{FF2B5EF4-FFF2-40B4-BE49-F238E27FC236}">
                <a16:creationId xmlns:a16="http://schemas.microsoft.com/office/drawing/2014/main" id="{CCF995E2-AD24-10E7-B135-F95597E7EC0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3648" y="449489"/>
            <a:ext cx="4820323" cy="1295581"/>
          </a:xfrm>
          <a:prstGeom prst="rect">
            <a:avLst/>
          </a:prstGeom>
        </p:spPr>
      </p:pic>
      <p:pic>
        <p:nvPicPr>
          <p:cNvPr id="17" name="Image 16" descr="Une image contenant texte, capture d’écran, Police, document&#10;&#10;Le contenu généré par l’IA peut être incorrect.">
            <a:extLst>
              <a:ext uri="{FF2B5EF4-FFF2-40B4-BE49-F238E27FC236}">
                <a16:creationId xmlns:a16="http://schemas.microsoft.com/office/drawing/2014/main" id="{19F99D4E-077B-62D9-9E78-D728BC33276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9912" y="1947146"/>
            <a:ext cx="6020640" cy="4810796"/>
          </a:xfrm>
          <a:prstGeom prst="rect">
            <a:avLst/>
          </a:prstGeom>
        </p:spPr>
      </p:pic>
      <p:pic>
        <p:nvPicPr>
          <p:cNvPr id="19" name="Image 18" descr="Une image contenant texte, Police, capture d’écran, algèbre&#10;&#10;Le contenu généré par l’IA peut être incorrect.">
            <a:extLst>
              <a:ext uri="{FF2B5EF4-FFF2-40B4-BE49-F238E27FC236}">
                <a16:creationId xmlns:a16="http://schemas.microsoft.com/office/drawing/2014/main" id="{8E8362E2-1CB3-CD84-7CBE-F805A1F1D83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29401" y="3428999"/>
            <a:ext cx="5367528" cy="1307593"/>
          </a:xfrm>
          <a:prstGeom prst="rect">
            <a:avLst/>
          </a:prstGeom>
        </p:spPr>
      </p:pic>
      <p:cxnSp>
        <p:nvCxnSpPr>
          <p:cNvPr id="3" name="Connecteur droit avec flèche 2">
            <a:extLst>
              <a:ext uri="{FF2B5EF4-FFF2-40B4-BE49-F238E27FC236}">
                <a16:creationId xmlns:a16="http://schemas.microsoft.com/office/drawing/2014/main" id="{356154B8-C704-81C2-97AF-673D689CC80D}"/>
              </a:ext>
            </a:extLst>
          </p:cNvPr>
          <p:cNvCxnSpPr/>
          <p:nvPr/>
        </p:nvCxnSpPr>
        <p:spPr>
          <a:xfrm flipH="1">
            <a:off x="1651819" y="1474839"/>
            <a:ext cx="206478" cy="472307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eur droit avec flèche 3">
            <a:extLst>
              <a:ext uri="{FF2B5EF4-FFF2-40B4-BE49-F238E27FC236}">
                <a16:creationId xmlns:a16="http://schemas.microsoft.com/office/drawing/2014/main" id="{641BAD99-221F-4F66-D0C7-0300F6A83C77}"/>
              </a:ext>
            </a:extLst>
          </p:cNvPr>
          <p:cNvCxnSpPr>
            <a:cxnSpLocks/>
          </p:cNvCxnSpPr>
          <p:nvPr/>
        </p:nvCxnSpPr>
        <p:spPr>
          <a:xfrm>
            <a:off x="6253316" y="3618271"/>
            <a:ext cx="376085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eur droit avec flèche 6">
            <a:extLst>
              <a:ext uri="{FF2B5EF4-FFF2-40B4-BE49-F238E27FC236}">
                <a16:creationId xmlns:a16="http://schemas.microsoft.com/office/drawing/2014/main" id="{2353D3A4-AC12-1643-B667-E2FF2E4D6B39}"/>
              </a:ext>
            </a:extLst>
          </p:cNvPr>
          <p:cNvCxnSpPr>
            <a:cxnSpLocks/>
          </p:cNvCxnSpPr>
          <p:nvPr/>
        </p:nvCxnSpPr>
        <p:spPr>
          <a:xfrm flipV="1">
            <a:off x="6253316" y="3755923"/>
            <a:ext cx="376085" cy="34904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66299199"/>
      </p:ext>
    </p:extLst>
  </p:cSld>
  <p:clrMapOvr>
    <a:masterClrMapping/>
  </p:clrMapOvr>
</p:sld>
</file>

<file path=ppt/theme/theme1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</TotalTime>
  <Words>0</Words>
  <Application>Microsoft Office PowerPoint</Application>
  <PresentationFormat>Grand écran</PresentationFormat>
  <Paragraphs>0</Paragraphs>
  <Slides>1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Thème Office</vt:lpstr>
      <vt:lpstr>Présentation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Jacques Delort</dc:creator>
  <cp:lastModifiedBy>Jacques Delort</cp:lastModifiedBy>
  <cp:revision>1</cp:revision>
  <dcterms:created xsi:type="dcterms:W3CDTF">2026-02-05T15:08:05Z</dcterms:created>
  <dcterms:modified xsi:type="dcterms:W3CDTF">2026-02-05T15:16:49Z</dcterms:modified>
</cp:coreProperties>
</file>