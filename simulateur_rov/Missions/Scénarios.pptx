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3341CA-892C-4C7F-B387-E16300635248}" v="106" dt="2026-02-06T12:21:25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29EEF4E2-F752-45CC-A7DF-F1AD94B64117}"/>
    <pc:docChg chg="undo custSel addSld modSld">
      <pc:chgData name="Jacques Delort" userId="338bbbaa6367577a" providerId="LiveId" clId="{29EEF4E2-F752-45CC-A7DF-F1AD94B64117}" dt="2026-02-06T12:22:09.119" v="3010" actId="20577"/>
      <pc:docMkLst>
        <pc:docMk/>
      </pc:docMkLst>
      <pc:sldChg chg="addSp delSp modSp new mod">
        <pc:chgData name="Jacques Delort" userId="338bbbaa6367577a" providerId="LiveId" clId="{29EEF4E2-F752-45CC-A7DF-F1AD94B64117}" dt="2026-02-06T11:58:45.215" v="2146" actId="21"/>
        <pc:sldMkLst>
          <pc:docMk/>
          <pc:sldMk cId="4015961481" sldId="256"/>
        </pc:sldMkLst>
        <pc:spChg chg="del">
          <ac:chgData name="Jacques Delort" userId="338bbbaa6367577a" providerId="LiveId" clId="{29EEF4E2-F752-45CC-A7DF-F1AD94B64117}" dt="2026-02-06T09:00:24.136" v="1" actId="478"/>
          <ac:spMkLst>
            <pc:docMk/>
            <pc:sldMk cId="4015961481" sldId="256"/>
            <ac:spMk id="2" creationId="{B78749BE-9E01-8A3F-2306-AB7B2D01ACEB}"/>
          </ac:spMkLst>
        </pc:spChg>
        <pc:spChg chg="del">
          <ac:chgData name="Jacques Delort" userId="338bbbaa6367577a" providerId="LiveId" clId="{29EEF4E2-F752-45CC-A7DF-F1AD94B64117}" dt="2026-02-06T09:00:24.136" v="1" actId="478"/>
          <ac:spMkLst>
            <pc:docMk/>
            <pc:sldMk cId="4015961481" sldId="256"/>
            <ac:spMk id="3" creationId="{1EC4817A-193F-6236-54AD-4E7C7F2219BA}"/>
          </ac:spMkLst>
        </pc:spChg>
        <pc:spChg chg="add del mod">
          <ac:chgData name="Jacques Delort" userId="338bbbaa6367577a" providerId="LiveId" clId="{29EEF4E2-F752-45CC-A7DF-F1AD94B64117}" dt="2026-02-06T09:04:36.530" v="213" actId="478"/>
          <ac:spMkLst>
            <pc:docMk/>
            <pc:sldMk cId="4015961481" sldId="256"/>
            <ac:spMk id="10" creationId="{28F07F01-3EC2-E781-715D-95953EA3766A}"/>
          </ac:spMkLst>
        </pc:spChg>
        <pc:spChg chg="add mod ord">
          <ac:chgData name="Jacques Delort" userId="338bbbaa6367577a" providerId="LiveId" clId="{29EEF4E2-F752-45CC-A7DF-F1AD94B64117}" dt="2026-02-06T09:16:34.972" v="776" actId="1036"/>
          <ac:spMkLst>
            <pc:docMk/>
            <pc:sldMk cId="4015961481" sldId="256"/>
            <ac:spMk id="11" creationId="{D55CC58F-13C3-C2F6-20DC-4CE17FE6FF16}"/>
          </ac:spMkLst>
        </pc:spChg>
        <pc:spChg chg="add mod">
          <ac:chgData name="Jacques Delort" userId="338bbbaa6367577a" providerId="LiveId" clId="{29EEF4E2-F752-45CC-A7DF-F1AD94B64117}" dt="2026-02-06T09:04:51.031" v="222" actId="164"/>
          <ac:spMkLst>
            <pc:docMk/>
            <pc:sldMk cId="4015961481" sldId="256"/>
            <ac:spMk id="13" creationId="{CB31886D-6C2B-F623-147D-357B06F8DFF9}"/>
          </ac:spMkLst>
        </pc:spChg>
        <pc:spChg chg="add mod">
          <ac:chgData name="Jacques Delort" userId="338bbbaa6367577a" providerId="LiveId" clId="{29EEF4E2-F752-45CC-A7DF-F1AD94B64117}" dt="2026-02-06T09:04:31.497" v="212" actId="164"/>
          <ac:spMkLst>
            <pc:docMk/>
            <pc:sldMk cId="4015961481" sldId="256"/>
            <ac:spMk id="14" creationId="{467780D2-1356-BBCE-5FB7-D12C97116B72}"/>
          </ac:spMkLst>
        </pc:spChg>
        <pc:spChg chg="add mod">
          <ac:chgData name="Jacques Delort" userId="338bbbaa6367577a" providerId="LiveId" clId="{29EEF4E2-F752-45CC-A7DF-F1AD94B64117}" dt="2026-02-06T09:04:31.497" v="212" actId="164"/>
          <ac:spMkLst>
            <pc:docMk/>
            <pc:sldMk cId="4015961481" sldId="256"/>
            <ac:spMk id="15" creationId="{66234856-C06F-6A4C-86F6-B1FBD85C737D}"/>
          </ac:spMkLst>
        </pc:spChg>
        <pc:spChg chg="add mod">
          <ac:chgData name="Jacques Delort" userId="338bbbaa6367577a" providerId="LiveId" clId="{29EEF4E2-F752-45CC-A7DF-F1AD94B64117}" dt="2026-02-06T09:04:31.497" v="212" actId="164"/>
          <ac:spMkLst>
            <pc:docMk/>
            <pc:sldMk cId="4015961481" sldId="256"/>
            <ac:spMk id="16" creationId="{889A251D-A72E-5319-CFCC-63E0D51188CA}"/>
          </ac:spMkLst>
        </pc:spChg>
        <pc:spChg chg="add mod">
          <ac:chgData name="Jacques Delort" userId="338bbbaa6367577a" providerId="LiveId" clId="{29EEF4E2-F752-45CC-A7DF-F1AD94B64117}" dt="2026-02-06T09:04:31.497" v="212" actId="164"/>
          <ac:spMkLst>
            <pc:docMk/>
            <pc:sldMk cId="4015961481" sldId="256"/>
            <ac:spMk id="17" creationId="{C8144AD3-24E2-EC79-5F79-19FEC6670B31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20" creationId="{BEEC94B4-8A53-99B9-CD19-24C576F81FD2}"/>
          </ac:spMkLst>
        </pc:spChg>
        <pc:spChg chg="mod">
          <ac:chgData name="Jacques Delort" userId="338bbbaa6367577a" providerId="LiveId" clId="{29EEF4E2-F752-45CC-A7DF-F1AD94B64117}" dt="2026-02-06T09:05:32.061" v="251"/>
          <ac:spMkLst>
            <pc:docMk/>
            <pc:sldMk cId="4015961481" sldId="256"/>
            <ac:spMk id="22" creationId="{BA3B71B3-4B4A-873A-C582-011243699594}"/>
          </ac:spMkLst>
        </pc:spChg>
        <pc:spChg chg="mod">
          <ac:chgData name="Jacques Delort" userId="338bbbaa6367577a" providerId="LiveId" clId="{29EEF4E2-F752-45CC-A7DF-F1AD94B64117}" dt="2026-02-06T09:05:32.061" v="251"/>
          <ac:spMkLst>
            <pc:docMk/>
            <pc:sldMk cId="4015961481" sldId="256"/>
            <ac:spMk id="24" creationId="{010606C6-D3E4-D5EB-BB51-484B3A17B6A2}"/>
          </ac:spMkLst>
        </pc:spChg>
        <pc:spChg chg="mod">
          <ac:chgData name="Jacques Delort" userId="338bbbaa6367577a" providerId="LiveId" clId="{29EEF4E2-F752-45CC-A7DF-F1AD94B64117}" dt="2026-02-06T09:05:32.061" v="251"/>
          <ac:spMkLst>
            <pc:docMk/>
            <pc:sldMk cId="4015961481" sldId="256"/>
            <ac:spMk id="25" creationId="{1216D7BF-4FA8-E100-51DE-D1574F175E0C}"/>
          </ac:spMkLst>
        </pc:spChg>
        <pc:spChg chg="mod">
          <ac:chgData name="Jacques Delort" userId="338bbbaa6367577a" providerId="LiveId" clId="{29EEF4E2-F752-45CC-A7DF-F1AD94B64117}" dt="2026-02-06T09:05:32.061" v="251"/>
          <ac:spMkLst>
            <pc:docMk/>
            <pc:sldMk cId="4015961481" sldId="256"/>
            <ac:spMk id="26" creationId="{001BC086-7463-7D21-E358-B9CD947003F7}"/>
          </ac:spMkLst>
        </pc:spChg>
        <pc:spChg chg="del mod">
          <ac:chgData name="Jacques Delort" userId="338bbbaa6367577a" providerId="LiveId" clId="{29EEF4E2-F752-45CC-A7DF-F1AD94B64117}" dt="2026-02-06T09:05:51.158" v="262" actId="478"/>
          <ac:spMkLst>
            <pc:docMk/>
            <pc:sldMk cId="4015961481" sldId="256"/>
            <ac:spMk id="27" creationId="{B4E0431B-517E-AC51-46FD-8ACB52AAE471}"/>
          </ac:spMkLst>
        </pc:spChg>
        <pc:spChg chg="add mod">
          <ac:chgData name="Jacques Delort" userId="338bbbaa6367577a" providerId="LiveId" clId="{29EEF4E2-F752-45CC-A7DF-F1AD94B64117}" dt="2026-02-06T09:14:26.140" v="727" actId="164"/>
          <ac:spMkLst>
            <pc:docMk/>
            <pc:sldMk cId="4015961481" sldId="256"/>
            <ac:spMk id="31" creationId="{366195E9-C602-622A-2601-90D8ECA94044}"/>
          </ac:spMkLst>
        </pc:spChg>
        <pc:spChg chg="add mod">
          <ac:chgData name="Jacques Delort" userId="338bbbaa6367577a" providerId="LiveId" clId="{29EEF4E2-F752-45CC-A7DF-F1AD94B64117}" dt="2026-02-06T09:14:26.140" v="727" actId="164"/>
          <ac:spMkLst>
            <pc:docMk/>
            <pc:sldMk cId="4015961481" sldId="256"/>
            <ac:spMk id="32" creationId="{FE80D512-DD4D-0D49-8EC1-8500D3242282}"/>
          </ac:spMkLst>
        </pc:spChg>
        <pc:spChg chg="add mod">
          <ac:chgData name="Jacques Delort" userId="338bbbaa6367577a" providerId="LiveId" clId="{29EEF4E2-F752-45CC-A7DF-F1AD94B64117}" dt="2026-02-06T09:14:26.140" v="727" actId="164"/>
          <ac:spMkLst>
            <pc:docMk/>
            <pc:sldMk cId="4015961481" sldId="256"/>
            <ac:spMk id="33" creationId="{8688A468-A6CC-EDBC-ED1B-507B5C0CC476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34" creationId="{1ACF2005-3E9F-F351-8445-1BF3E173542F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35" creationId="{B723F289-D053-DC9A-CD94-AF7AAAC52094}"/>
          </ac:spMkLst>
        </pc:spChg>
        <pc:spChg chg="add mod">
          <ac:chgData name="Jacques Delort" userId="338bbbaa6367577a" providerId="LiveId" clId="{29EEF4E2-F752-45CC-A7DF-F1AD94B64117}" dt="2026-02-06T09:14:19.792" v="726" actId="164"/>
          <ac:spMkLst>
            <pc:docMk/>
            <pc:sldMk cId="4015961481" sldId="256"/>
            <ac:spMk id="36" creationId="{3E231C70-8AEA-42B3-1ED4-3BA50961A406}"/>
          </ac:spMkLst>
        </pc:spChg>
        <pc:spChg chg="add mod">
          <ac:chgData name="Jacques Delort" userId="338bbbaa6367577a" providerId="LiveId" clId="{29EEF4E2-F752-45CC-A7DF-F1AD94B64117}" dt="2026-02-06T09:14:19.792" v="726" actId="164"/>
          <ac:spMkLst>
            <pc:docMk/>
            <pc:sldMk cId="4015961481" sldId="256"/>
            <ac:spMk id="37" creationId="{9636136A-B7CB-9781-5EA9-C02B8D248B52}"/>
          </ac:spMkLst>
        </pc:spChg>
        <pc:spChg chg="add mod">
          <ac:chgData name="Jacques Delort" userId="338bbbaa6367577a" providerId="LiveId" clId="{29EEF4E2-F752-45CC-A7DF-F1AD94B64117}" dt="2026-02-06T09:14:19.792" v="726" actId="164"/>
          <ac:spMkLst>
            <pc:docMk/>
            <pc:sldMk cId="4015961481" sldId="256"/>
            <ac:spMk id="38" creationId="{4633B6D2-0DE4-5CEE-6A40-D46F98A4E17B}"/>
          </ac:spMkLst>
        </pc:spChg>
        <pc:spChg chg="add mod">
          <ac:chgData name="Jacques Delort" userId="338bbbaa6367577a" providerId="LiveId" clId="{29EEF4E2-F752-45CC-A7DF-F1AD94B64117}" dt="2026-02-06T09:14:19.792" v="726" actId="164"/>
          <ac:spMkLst>
            <pc:docMk/>
            <pc:sldMk cId="4015961481" sldId="256"/>
            <ac:spMk id="39" creationId="{002E1470-9E50-3D16-35C7-78276422A632}"/>
          </ac:spMkLst>
        </pc:spChg>
        <pc:spChg chg="add mod">
          <ac:chgData name="Jacques Delort" userId="338bbbaa6367577a" providerId="LiveId" clId="{29EEF4E2-F752-45CC-A7DF-F1AD94B64117}" dt="2026-02-06T09:14:19.792" v="726" actId="164"/>
          <ac:spMkLst>
            <pc:docMk/>
            <pc:sldMk cId="4015961481" sldId="256"/>
            <ac:spMk id="40" creationId="{704E48A6-FF52-9AE4-600A-E2402D5E7E6B}"/>
          </ac:spMkLst>
        </pc:spChg>
        <pc:spChg chg="add mod">
          <ac:chgData name="Jacques Delort" userId="338bbbaa6367577a" providerId="LiveId" clId="{29EEF4E2-F752-45CC-A7DF-F1AD94B64117}" dt="2026-02-06T09:23:20.234" v="1459" actId="164"/>
          <ac:spMkLst>
            <pc:docMk/>
            <pc:sldMk cId="4015961481" sldId="256"/>
            <ac:spMk id="52" creationId="{B5B6CA35-DCCD-F210-4924-E3BB67FD0620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53" creationId="{C57D964A-7DA4-A52D-3441-EAA6F4D0553B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54" creationId="{430083F8-1276-8693-DB72-FDE9FA6A01EE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55" creationId="{55261B07-BD4C-3497-08E2-3DF9A70C3C0B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60" creationId="{A6781631-11A7-F523-0E2B-BFE28C5BF7CC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61" creationId="{65C61F95-C3EF-1120-6160-491B2EEC5DC0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62" creationId="{B1DE0888-B3D4-2CAF-FE8B-60885B4EC782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63" creationId="{2550DF41-6360-A692-8EFF-533A36AAC9C4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64" creationId="{FB4903C3-ABD1-E3F1-858D-EB779B4EDFA8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65" creationId="{5020800E-62A1-2FEC-B419-6CE2CD7CAB1F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70" creationId="{3850CF5F-2186-CCC2-6EA8-1EE422F0C679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72" creationId="{9CEFA1D1-399A-5F52-1E15-E22F41679E51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73" creationId="{8664600C-FF0A-691A-1A84-B52400E26E82}"/>
          </ac:spMkLst>
        </pc:spChg>
        <pc:spChg chg="mod">
          <ac:chgData name="Jacques Delort" userId="338bbbaa6367577a" providerId="LiveId" clId="{29EEF4E2-F752-45CC-A7DF-F1AD94B64117}" dt="2026-02-06T09:16:09.665" v="737"/>
          <ac:spMkLst>
            <pc:docMk/>
            <pc:sldMk cId="4015961481" sldId="256"/>
            <ac:spMk id="74" creationId="{902FD91C-93C4-E1B1-E3F1-36EE8F421182}"/>
          </ac:spMkLst>
        </pc:spChg>
        <pc:spChg chg="add mod">
          <ac:chgData name="Jacques Delort" userId="338bbbaa6367577a" providerId="LiveId" clId="{29EEF4E2-F752-45CC-A7DF-F1AD94B64117}" dt="2026-02-06T09:26:38.013" v="1480" actId="1076"/>
          <ac:spMkLst>
            <pc:docMk/>
            <pc:sldMk cId="4015961481" sldId="256"/>
            <ac:spMk id="75" creationId="{96E72169-6088-7B7F-DE9D-476D349A2253}"/>
          </ac:spMkLst>
        </pc:spChg>
        <pc:spChg chg="add mod">
          <ac:chgData name="Jacques Delort" userId="338bbbaa6367577a" providerId="LiveId" clId="{29EEF4E2-F752-45CC-A7DF-F1AD94B64117}" dt="2026-02-06T09:17:40.653" v="928" actId="1035"/>
          <ac:spMkLst>
            <pc:docMk/>
            <pc:sldMk cId="4015961481" sldId="256"/>
            <ac:spMk id="76" creationId="{C7EED0EE-B82C-80CA-56FC-F0BB2CEE1764}"/>
          </ac:spMkLst>
        </pc:spChg>
        <pc:spChg chg="add mod">
          <ac:chgData name="Jacques Delort" userId="338bbbaa6367577a" providerId="LiveId" clId="{29EEF4E2-F752-45CC-A7DF-F1AD94B64117}" dt="2026-02-06T09:26:41.276" v="1481" actId="1076"/>
          <ac:spMkLst>
            <pc:docMk/>
            <pc:sldMk cId="4015961481" sldId="256"/>
            <ac:spMk id="77" creationId="{F9FD5BEB-A668-D08A-FE0C-5D386BAA0858}"/>
          </ac:spMkLst>
        </pc:spChg>
        <pc:spChg chg="add mod">
          <ac:chgData name="Jacques Delort" userId="338bbbaa6367577a" providerId="LiveId" clId="{29EEF4E2-F752-45CC-A7DF-F1AD94B64117}" dt="2026-02-06T09:26:31.413" v="1477" actId="1076"/>
          <ac:spMkLst>
            <pc:docMk/>
            <pc:sldMk cId="4015961481" sldId="256"/>
            <ac:spMk id="78" creationId="{04BABE56-12A1-A8E8-FCA5-2F4E7CD07529}"/>
          </ac:spMkLst>
        </pc:spChg>
        <pc:spChg chg="add mod">
          <ac:chgData name="Jacques Delort" userId="338bbbaa6367577a" providerId="LiveId" clId="{29EEF4E2-F752-45CC-A7DF-F1AD94B64117}" dt="2026-02-06T09:19:12.488" v="1083" actId="1038"/>
          <ac:spMkLst>
            <pc:docMk/>
            <pc:sldMk cId="4015961481" sldId="256"/>
            <ac:spMk id="79" creationId="{1471400E-5699-C144-EA69-BEFAFF20BD6A}"/>
          </ac:spMkLst>
        </pc:spChg>
        <pc:spChg chg="add mod">
          <ac:chgData name="Jacques Delort" userId="338bbbaa6367577a" providerId="LiveId" clId="{29EEF4E2-F752-45CC-A7DF-F1AD94B64117}" dt="2026-02-06T09:26:49.752" v="1493" actId="1037"/>
          <ac:spMkLst>
            <pc:docMk/>
            <pc:sldMk cId="4015961481" sldId="256"/>
            <ac:spMk id="80" creationId="{E61CE6BD-F824-711B-5D40-E999858843EB}"/>
          </ac:spMkLst>
        </pc:spChg>
        <pc:spChg chg="add mod">
          <ac:chgData name="Jacques Delort" userId="338bbbaa6367577a" providerId="LiveId" clId="{29EEF4E2-F752-45CC-A7DF-F1AD94B64117}" dt="2026-02-06T10:14:44.905" v="2030" actId="1076"/>
          <ac:spMkLst>
            <pc:docMk/>
            <pc:sldMk cId="4015961481" sldId="256"/>
            <ac:spMk id="81" creationId="{593C71D5-D78E-4DBF-8783-D2E84139431F}"/>
          </ac:spMkLst>
        </pc:spChg>
        <pc:spChg chg="add mod">
          <ac:chgData name="Jacques Delort" userId="338bbbaa6367577a" providerId="LiveId" clId="{29EEF4E2-F752-45CC-A7DF-F1AD94B64117}" dt="2026-02-06T09:27:05.223" v="1545" actId="1037"/>
          <ac:spMkLst>
            <pc:docMk/>
            <pc:sldMk cId="4015961481" sldId="256"/>
            <ac:spMk id="82" creationId="{72A4F3A4-E206-DD07-4BF2-C4FC0E89B315}"/>
          </ac:spMkLst>
        </pc:spChg>
        <pc:spChg chg="add mod">
          <ac:chgData name="Jacques Delort" userId="338bbbaa6367577a" providerId="LiveId" clId="{29EEF4E2-F752-45CC-A7DF-F1AD94B64117}" dt="2026-02-06T09:56:39.213" v="2006" actId="1076"/>
          <ac:spMkLst>
            <pc:docMk/>
            <pc:sldMk cId="4015961481" sldId="256"/>
            <ac:spMk id="83" creationId="{FC15286C-0F4D-A46F-1D4D-96BD3E468E39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84" creationId="{DFF325E6-E3EE-0093-CA74-14C637F24196}"/>
          </ac:spMkLst>
        </pc:spChg>
        <pc:spChg chg="add mod">
          <ac:chgData name="Jacques Delort" userId="338bbbaa6367577a" providerId="LiveId" clId="{29EEF4E2-F752-45CC-A7DF-F1AD94B64117}" dt="2026-02-06T09:56:34.785" v="2005" actId="206"/>
          <ac:spMkLst>
            <pc:docMk/>
            <pc:sldMk cId="4015961481" sldId="256"/>
            <ac:spMk id="85" creationId="{1F10A76F-354B-D423-5AB3-3819CF15F0A8}"/>
          </ac:spMkLst>
        </pc:spChg>
        <pc:spChg chg="add mod">
          <ac:chgData name="Jacques Delort" userId="338bbbaa6367577a" providerId="LiveId" clId="{29EEF4E2-F752-45CC-A7DF-F1AD94B64117}" dt="2026-02-06T09:23:20.234" v="1459" actId="164"/>
          <ac:spMkLst>
            <pc:docMk/>
            <pc:sldMk cId="4015961481" sldId="256"/>
            <ac:spMk id="88" creationId="{BDB2B6CF-5121-5B1C-C56E-89A96482F131}"/>
          </ac:spMkLst>
        </pc:spChg>
        <pc:spChg chg="add mod">
          <ac:chgData name="Jacques Delort" userId="338bbbaa6367577a" providerId="LiveId" clId="{29EEF4E2-F752-45CC-A7DF-F1AD94B64117}" dt="2026-02-06T09:55:53.150" v="1999" actId="206"/>
          <ac:spMkLst>
            <pc:docMk/>
            <pc:sldMk cId="4015961481" sldId="256"/>
            <ac:spMk id="96" creationId="{DD7EE243-9B21-9F08-C5D3-5A3B9241A030}"/>
          </ac:spMkLst>
        </pc:spChg>
        <pc:spChg chg="add mod">
          <ac:chgData name="Jacques Delort" userId="338bbbaa6367577a" providerId="LiveId" clId="{29EEF4E2-F752-45CC-A7DF-F1AD94B64117}" dt="2026-02-06T09:53:58.039" v="1987" actId="1076"/>
          <ac:spMkLst>
            <pc:docMk/>
            <pc:sldMk cId="4015961481" sldId="256"/>
            <ac:spMk id="97" creationId="{05A46F4A-1C71-C66A-76F6-8B9D241D9335}"/>
          </ac:spMkLst>
        </pc:spChg>
        <pc:spChg chg="add del mod ord">
          <ac:chgData name="Jacques Delort" userId="338bbbaa6367577a" providerId="LiveId" clId="{29EEF4E2-F752-45CC-A7DF-F1AD94B64117}" dt="2026-02-06T11:58:45.215" v="2146" actId="21"/>
          <ac:spMkLst>
            <pc:docMk/>
            <pc:sldMk cId="4015961481" sldId="256"/>
            <ac:spMk id="98" creationId="{05056830-4B9E-7702-B84B-ABC2749E5E9D}"/>
          </ac:spMkLst>
        </pc:spChg>
        <pc:spChg chg="add del mod ord">
          <ac:chgData name="Jacques Delort" userId="338bbbaa6367577a" providerId="LiveId" clId="{29EEF4E2-F752-45CC-A7DF-F1AD94B64117}" dt="2026-02-06T11:58:45.215" v="2146" actId="21"/>
          <ac:spMkLst>
            <pc:docMk/>
            <pc:sldMk cId="4015961481" sldId="256"/>
            <ac:spMk id="99" creationId="{B03DA91D-DDD5-25E7-A77B-48A5BED48250}"/>
          </ac:spMkLst>
        </pc:spChg>
        <pc:spChg chg="add mod">
          <ac:chgData name="Jacques Delort" userId="338bbbaa6367577a" providerId="LiveId" clId="{29EEF4E2-F752-45CC-A7DF-F1AD94B64117}" dt="2026-02-06T11:51:29.546" v="2036" actId="1076"/>
          <ac:spMkLst>
            <pc:docMk/>
            <pc:sldMk cId="4015961481" sldId="256"/>
            <ac:spMk id="100" creationId="{A3669FF8-533E-E9D9-61E4-A451337DEEB1}"/>
          </ac:spMkLst>
        </pc:spChg>
        <pc:spChg chg="add mod">
          <ac:chgData name="Jacques Delort" userId="338bbbaa6367577a" providerId="LiveId" clId="{29EEF4E2-F752-45CC-A7DF-F1AD94B64117}" dt="2026-02-06T11:51:48.341" v="2039" actId="1076"/>
          <ac:spMkLst>
            <pc:docMk/>
            <pc:sldMk cId="4015961481" sldId="256"/>
            <ac:spMk id="101" creationId="{1E9B7DA9-FBDB-1C6A-09A3-BDBDF97937A0}"/>
          </ac:spMkLst>
        </pc:spChg>
        <pc:spChg chg="add mod">
          <ac:chgData name="Jacques Delort" userId="338bbbaa6367577a" providerId="LiveId" clId="{29EEF4E2-F752-45CC-A7DF-F1AD94B64117}" dt="2026-02-06T11:51:43.818" v="2038" actId="1076"/>
          <ac:spMkLst>
            <pc:docMk/>
            <pc:sldMk cId="4015961481" sldId="256"/>
            <ac:spMk id="102" creationId="{C9102966-832C-250A-6B28-57F935A72C4C}"/>
          </ac:spMkLst>
        </pc:spChg>
        <pc:spChg chg="add mod">
          <ac:chgData name="Jacques Delort" userId="338bbbaa6367577a" providerId="LiveId" clId="{29EEF4E2-F752-45CC-A7DF-F1AD94B64117}" dt="2026-02-06T09:51:28.863" v="1965" actId="20577"/>
          <ac:spMkLst>
            <pc:docMk/>
            <pc:sldMk cId="4015961481" sldId="256"/>
            <ac:spMk id="103" creationId="{C6B9023A-953D-9823-325D-46D21C2E31B4}"/>
          </ac:spMkLst>
        </pc:spChg>
        <pc:spChg chg="add mod">
          <ac:chgData name="Jacques Delort" userId="338bbbaa6367577a" providerId="LiveId" clId="{29EEF4E2-F752-45CC-A7DF-F1AD94B64117}" dt="2026-02-06T11:52:44.810" v="2043" actId="1076"/>
          <ac:spMkLst>
            <pc:docMk/>
            <pc:sldMk cId="4015961481" sldId="256"/>
            <ac:spMk id="104" creationId="{4FE814B4-2334-3C98-8BB3-19B840892E10}"/>
          </ac:spMkLst>
        </pc:spChg>
        <pc:spChg chg="add del mod">
          <ac:chgData name="Jacques Delort" userId="338bbbaa6367577a" providerId="LiveId" clId="{29EEF4E2-F752-45CC-A7DF-F1AD94B64117}" dt="2026-02-06T09:40:29.138" v="1817" actId="478"/>
          <ac:spMkLst>
            <pc:docMk/>
            <pc:sldMk cId="4015961481" sldId="256"/>
            <ac:spMk id="105" creationId="{508B6330-97D3-0ADB-16A6-9920BD40ABDC}"/>
          </ac:spMkLst>
        </pc:spChg>
        <pc:spChg chg="add mod">
          <ac:chgData name="Jacques Delort" userId="338bbbaa6367577a" providerId="LiveId" clId="{29EEF4E2-F752-45CC-A7DF-F1AD94B64117}" dt="2026-02-06T10:04:02.640" v="2029" actId="20577"/>
          <ac:spMkLst>
            <pc:docMk/>
            <pc:sldMk cId="4015961481" sldId="256"/>
            <ac:spMk id="106" creationId="{9546B9E3-4C8A-0627-03DC-267110B14286}"/>
          </ac:spMkLst>
        </pc:spChg>
        <pc:spChg chg="add mod">
          <ac:chgData name="Jacques Delort" userId="338bbbaa6367577a" providerId="LiveId" clId="{29EEF4E2-F752-45CC-A7DF-F1AD94B64117}" dt="2026-02-06T09:50:43.575" v="1953" actId="20577"/>
          <ac:spMkLst>
            <pc:docMk/>
            <pc:sldMk cId="4015961481" sldId="256"/>
            <ac:spMk id="107" creationId="{FB5C3E1E-BF20-036E-D3F7-F175F0411460}"/>
          </ac:spMkLst>
        </pc:spChg>
        <pc:spChg chg="add del mod">
          <ac:chgData name="Jacques Delort" userId="338bbbaa6367577a" providerId="LiveId" clId="{29EEF4E2-F752-45CC-A7DF-F1AD94B64117}" dt="2026-02-06T09:48:10.518" v="1901" actId="478"/>
          <ac:spMkLst>
            <pc:docMk/>
            <pc:sldMk cId="4015961481" sldId="256"/>
            <ac:spMk id="108" creationId="{31E7D28D-3F82-AAEC-B3CC-DA59E62B413A}"/>
          </ac:spMkLst>
        </pc:spChg>
        <pc:spChg chg="add del mod">
          <ac:chgData name="Jacques Delort" userId="338bbbaa6367577a" providerId="LiveId" clId="{29EEF4E2-F752-45CC-A7DF-F1AD94B64117}" dt="2026-02-06T09:48:19.047" v="1903" actId="478"/>
          <ac:spMkLst>
            <pc:docMk/>
            <pc:sldMk cId="4015961481" sldId="256"/>
            <ac:spMk id="109" creationId="{4DBC1F25-5120-FD59-1475-F62C7F963540}"/>
          </ac:spMkLst>
        </pc:spChg>
        <pc:spChg chg="add mod">
          <ac:chgData name="Jacques Delort" userId="338bbbaa6367577a" providerId="LiveId" clId="{29EEF4E2-F752-45CC-A7DF-F1AD94B64117}" dt="2026-02-06T09:52:00.850" v="1977" actId="20577"/>
          <ac:spMkLst>
            <pc:docMk/>
            <pc:sldMk cId="4015961481" sldId="256"/>
            <ac:spMk id="110" creationId="{B6FAEB7B-1CAE-1463-1ABB-E7BB1B2EFDE4}"/>
          </ac:spMkLst>
        </pc:spChg>
        <pc:spChg chg="add mod">
          <ac:chgData name="Jacques Delort" userId="338bbbaa6367577a" providerId="LiveId" clId="{29EEF4E2-F752-45CC-A7DF-F1AD94B64117}" dt="2026-02-06T09:52:15.003" v="1982" actId="20577"/>
          <ac:spMkLst>
            <pc:docMk/>
            <pc:sldMk cId="4015961481" sldId="256"/>
            <ac:spMk id="111" creationId="{C7D6DF06-58FF-0B06-B4E2-972AA4D54C3D}"/>
          </ac:spMkLst>
        </pc:spChg>
        <pc:spChg chg="add mod">
          <ac:chgData name="Jacques Delort" userId="338bbbaa6367577a" providerId="LiveId" clId="{29EEF4E2-F752-45CC-A7DF-F1AD94B64117}" dt="2026-02-06T09:50:13.580" v="1939" actId="20577"/>
          <ac:spMkLst>
            <pc:docMk/>
            <pc:sldMk cId="4015961481" sldId="256"/>
            <ac:spMk id="112" creationId="{822A596B-CD37-AF4D-27FA-0C5DC791DF2A}"/>
          </ac:spMkLst>
        </pc:spChg>
        <pc:spChg chg="add mod">
          <ac:chgData name="Jacques Delort" userId="338bbbaa6367577a" providerId="LiveId" clId="{29EEF4E2-F752-45CC-A7DF-F1AD94B64117}" dt="2026-02-06T09:50:46.007" v="1954" actId="20577"/>
          <ac:spMkLst>
            <pc:docMk/>
            <pc:sldMk cId="4015961481" sldId="256"/>
            <ac:spMk id="116" creationId="{DA27BD86-8ACA-FF82-4A82-5554F1D582AC}"/>
          </ac:spMkLst>
        </pc:spChg>
        <pc:spChg chg="add mod">
          <ac:chgData name="Jacques Delort" userId="338bbbaa6367577a" providerId="LiveId" clId="{29EEF4E2-F752-45CC-A7DF-F1AD94B64117}" dt="2026-02-06T09:50:47.215" v="1955" actId="20577"/>
          <ac:spMkLst>
            <pc:docMk/>
            <pc:sldMk cId="4015961481" sldId="256"/>
            <ac:spMk id="117" creationId="{13FC8AAE-FE83-18A5-7C72-E006C3F8D6AD}"/>
          </ac:spMkLst>
        </pc:spChg>
        <pc:spChg chg="add mod">
          <ac:chgData name="Jacques Delort" userId="338bbbaa6367577a" providerId="LiveId" clId="{29EEF4E2-F752-45CC-A7DF-F1AD94B64117}" dt="2026-02-06T09:51:02.630" v="1958"/>
          <ac:spMkLst>
            <pc:docMk/>
            <pc:sldMk cId="4015961481" sldId="256"/>
            <ac:spMk id="118" creationId="{B5B24F3B-001B-7026-69AD-C17B06B97311}"/>
          </ac:spMkLst>
        </pc:spChg>
        <pc:spChg chg="add mod">
          <ac:chgData name="Jacques Delort" userId="338bbbaa6367577a" providerId="LiveId" clId="{29EEF4E2-F752-45CC-A7DF-F1AD94B64117}" dt="2026-02-06T09:56:43.216" v="2007" actId="1076"/>
          <ac:spMkLst>
            <pc:docMk/>
            <pc:sldMk cId="4015961481" sldId="256"/>
            <ac:spMk id="119" creationId="{545353EB-1FE5-682A-3D15-548C4F1EFB93}"/>
          </ac:spMkLst>
        </pc:spChg>
        <pc:spChg chg="add mod">
          <ac:chgData name="Jacques Delort" userId="338bbbaa6367577a" providerId="LiveId" clId="{29EEF4E2-F752-45CC-A7DF-F1AD94B64117}" dt="2026-02-06T09:55:37.963" v="1996" actId="1076"/>
          <ac:spMkLst>
            <pc:docMk/>
            <pc:sldMk cId="4015961481" sldId="256"/>
            <ac:spMk id="120" creationId="{76DA238C-20BF-3310-E6D5-77B586A9D8D5}"/>
          </ac:spMkLst>
        </pc:spChg>
        <pc:spChg chg="add mod">
          <ac:chgData name="Jacques Delort" userId="338bbbaa6367577a" providerId="LiveId" clId="{29EEF4E2-F752-45CC-A7DF-F1AD94B64117}" dt="2026-02-06T09:58:11.820" v="2019" actId="20577"/>
          <ac:spMkLst>
            <pc:docMk/>
            <pc:sldMk cId="4015961481" sldId="256"/>
            <ac:spMk id="130" creationId="{8C4ADC17-8F6D-7440-2B61-6263F2E4E480}"/>
          </ac:spMkLst>
        </pc:spChg>
        <pc:spChg chg="add mod">
          <ac:chgData name="Jacques Delort" userId="338bbbaa6367577a" providerId="LiveId" clId="{29EEF4E2-F752-45CC-A7DF-F1AD94B64117}" dt="2026-02-06T11:52:04.091" v="2041" actId="1076"/>
          <ac:spMkLst>
            <pc:docMk/>
            <pc:sldMk cId="4015961481" sldId="256"/>
            <ac:spMk id="133" creationId="{08B2429B-26D9-FB56-71B3-69ED768F43FA}"/>
          </ac:spMkLst>
        </pc:spChg>
        <pc:grpChg chg="add mod">
          <ac:chgData name="Jacques Delort" userId="338bbbaa6367577a" providerId="LiveId" clId="{29EEF4E2-F752-45CC-A7DF-F1AD94B64117}" dt="2026-02-06T09:04:51.031" v="222" actId="164"/>
          <ac:grpSpMkLst>
            <pc:docMk/>
            <pc:sldMk cId="4015961481" sldId="256"/>
            <ac:grpSpMk id="18" creationId="{2D7F819C-AA99-E48E-38CF-26A9ED487411}"/>
          </ac:grpSpMkLst>
        </pc:grpChg>
        <pc:grpChg chg="add mod">
          <ac:chgData name="Jacques Delort" userId="338bbbaa6367577a" providerId="LiveId" clId="{29EEF4E2-F752-45CC-A7DF-F1AD94B64117}" dt="2026-02-06T09:06:33.343" v="292" actId="164"/>
          <ac:grpSpMkLst>
            <pc:docMk/>
            <pc:sldMk cId="4015961481" sldId="256"/>
            <ac:grpSpMk id="19" creationId="{224638CC-7293-3A7B-17A1-E22FC8219B86}"/>
          </ac:grpSpMkLst>
        </pc:grpChg>
        <pc:grpChg chg="add mod">
          <ac:chgData name="Jacques Delort" userId="338bbbaa6367577a" providerId="LiveId" clId="{29EEF4E2-F752-45CC-A7DF-F1AD94B64117}" dt="2026-02-06T09:14:19.792" v="726" actId="164"/>
          <ac:grpSpMkLst>
            <pc:docMk/>
            <pc:sldMk cId="4015961481" sldId="256"/>
            <ac:grpSpMk id="21" creationId="{599B8C24-1E6F-BB1C-D829-6A8C23DF0565}"/>
          </ac:grpSpMkLst>
        </pc:grpChg>
        <pc:grpChg chg="mod">
          <ac:chgData name="Jacques Delort" userId="338bbbaa6367577a" providerId="LiveId" clId="{29EEF4E2-F752-45CC-A7DF-F1AD94B64117}" dt="2026-02-06T09:05:32.061" v="251"/>
          <ac:grpSpMkLst>
            <pc:docMk/>
            <pc:sldMk cId="4015961481" sldId="256"/>
            <ac:grpSpMk id="23" creationId="{7471E046-7321-DFEA-F313-CB1FC83BA2FD}"/>
          </ac:grpSpMkLst>
        </pc:grpChg>
        <pc:grpChg chg="add mod">
          <ac:chgData name="Jacques Delort" userId="338bbbaa6367577a" providerId="LiveId" clId="{29EEF4E2-F752-45CC-A7DF-F1AD94B64117}" dt="2026-02-06T09:14:26.140" v="727" actId="164"/>
          <ac:grpSpMkLst>
            <pc:docMk/>
            <pc:sldMk cId="4015961481" sldId="256"/>
            <ac:grpSpMk id="29" creationId="{AA8040DE-1888-A400-856E-E0B285DE3912}"/>
          </ac:grpSpMkLst>
        </pc:grpChg>
        <pc:grpChg chg="add mod">
          <ac:chgData name="Jacques Delort" userId="338bbbaa6367577a" providerId="LiveId" clId="{29EEF4E2-F752-45CC-A7DF-F1AD94B64117}" dt="2026-02-06T09:14:19.792" v="726" actId="164"/>
          <ac:grpSpMkLst>
            <pc:docMk/>
            <pc:sldMk cId="4015961481" sldId="256"/>
            <ac:grpSpMk id="50" creationId="{64AF8972-3E52-4FB3-70C8-FBBB67BC4434}"/>
          </ac:grpSpMkLst>
        </pc:grpChg>
        <pc:grpChg chg="add mod">
          <ac:chgData name="Jacques Delort" userId="338bbbaa6367577a" providerId="LiveId" clId="{29EEF4E2-F752-45CC-A7DF-F1AD94B64117}" dt="2026-02-06T09:14:26.140" v="727" actId="164"/>
          <ac:grpSpMkLst>
            <pc:docMk/>
            <pc:sldMk cId="4015961481" sldId="256"/>
            <ac:grpSpMk id="51" creationId="{92E415EC-AE45-BA9F-5B8F-BBC48099B094}"/>
          </ac:grpSpMkLst>
        </pc:grpChg>
        <pc:grpChg chg="add mod">
          <ac:chgData name="Jacques Delort" userId="338bbbaa6367577a" providerId="LiveId" clId="{29EEF4E2-F752-45CC-A7DF-F1AD94B64117}" dt="2026-02-06T11:50:23.862" v="2035" actId="1076"/>
          <ac:grpSpMkLst>
            <pc:docMk/>
            <pc:sldMk cId="4015961481" sldId="256"/>
            <ac:grpSpMk id="89" creationId="{7482A53F-14CE-EC67-52CE-21AD4B56F4D9}"/>
          </ac:grpSpMkLst>
        </pc:grpChg>
        <pc:cxnChg chg="add mod">
          <ac:chgData name="Jacques Delort" userId="338bbbaa6367577a" providerId="LiveId" clId="{29EEF4E2-F752-45CC-A7DF-F1AD94B64117}" dt="2026-02-06T09:06:43.942" v="294" actId="14100"/>
          <ac:cxnSpMkLst>
            <pc:docMk/>
            <pc:sldMk cId="4015961481" sldId="256"/>
            <ac:cxnSpMk id="5" creationId="{75F6947E-CC29-97CE-183E-ACD48C3CFA57}"/>
          </ac:cxnSpMkLst>
        </pc:cxnChg>
        <pc:cxnChg chg="add mod">
          <ac:chgData name="Jacques Delort" userId="338bbbaa6367577a" providerId="LiveId" clId="{29EEF4E2-F752-45CC-A7DF-F1AD94B64117}" dt="2026-02-06T09:06:06.838" v="289" actId="1038"/>
          <ac:cxnSpMkLst>
            <pc:docMk/>
            <pc:sldMk cId="4015961481" sldId="256"/>
            <ac:cxnSpMk id="6" creationId="{1DA9D6A1-0ED8-DF44-E51B-8B43B7FE986A}"/>
          </ac:cxnSpMkLst>
        </pc:cxnChg>
        <pc:cxnChg chg="add mod">
          <ac:chgData name="Jacques Delort" userId="338bbbaa6367577a" providerId="LiveId" clId="{29EEF4E2-F752-45CC-A7DF-F1AD94B64117}" dt="2026-02-06T09:06:33.343" v="292" actId="164"/>
          <ac:cxnSpMkLst>
            <pc:docMk/>
            <pc:sldMk cId="4015961481" sldId="256"/>
            <ac:cxnSpMk id="7" creationId="{E8E0C80C-D4EF-7725-0444-7A9F36FD01FD}"/>
          </ac:cxnSpMkLst>
        </pc:cxnChg>
        <pc:cxnChg chg="add mod">
          <ac:chgData name="Jacques Delort" userId="338bbbaa6367577a" providerId="LiveId" clId="{29EEF4E2-F752-45CC-A7DF-F1AD94B64117}" dt="2026-02-06T09:13:38.649" v="675" actId="1035"/>
          <ac:cxnSpMkLst>
            <pc:docMk/>
            <pc:sldMk cId="4015961481" sldId="256"/>
            <ac:cxnSpMk id="9" creationId="{CB0396F5-5374-8941-BB53-3D53E389796C}"/>
          </ac:cxnSpMkLst>
        </pc:cxnChg>
        <pc:cxnChg chg="add mod">
          <ac:chgData name="Jacques Delort" userId="338bbbaa6367577a" providerId="LiveId" clId="{29EEF4E2-F752-45CC-A7DF-F1AD94B64117}" dt="2026-02-06T09:14:06.555" v="725" actId="1038"/>
          <ac:cxnSpMkLst>
            <pc:docMk/>
            <pc:sldMk cId="4015961481" sldId="256"/>
            <ac:cxnSpMk id="41" creationId="{96A28DEA-4778-8BEF-9E5B-03CFDF237F76}"/>
          </ac:cxnSpMkLst>
        </pc:cxnChg>
        <pc:cxnChg chg="add mod">
          <ac:chgData name="Jacques Delort" userId="338bbbaa6367577a" providerId="LiveId" clId="{29EEF4E2-F752-45CC-A7DF-F1AD94B64117}" dt="2026-02-06T09:14:26.140" v="727" actId="164"/>
          <ac:cxnSpMkLst>
            <pc:docMk/>
            <pc:sldMk cId="4015961481" sldId="256"/>
            <ac:cxnSpMk id="42" creationId="{37FC3441-BB65-E402-138F-2ECEA1D32A55}"/>
          </ac:cxnSpMkLst>
        </pc:cxnChg>
        <pc:cxnChg chg="add mod">
          <ac:chgData name="Jacques Delort" userId="338bbbaa6367577a" providerId="LiveId" clId="{29EEF4E2-F752-45CC-A7DF-F1AD94B64117}" dt="2026-02-06T09:14:00.453" v="718" actId="1035"/>
          <ac:cxnSpMkLst>
            <pc:docMk/>
            <pc:sldMk cId="4015961481" sldId="256"/>
            <ac:cxnSpMk id="43" creationId="{E62904BF-3FB2-CC8E-2B27-EF7EE1D49789}"/>
          </ac:cxnSpMkLst>
        </pc:cxnChg>
        <pc:cxnChg chg="add mod">
          <ac:chgData name="Jacques Delort" userId="338bbbaa6367577a" providerId="LiveId" clId="{29EEF4E2-F752-45CC-A7DF-F1AD94B64117}" dt="2026-02-06T09:14:26.140" v="727" actId="164"/>
          <ac:cxnSpMkLst>
            <pc:docMk/>
            <pc:sldMk cId="4015961481" sldId="256"/>
            <ac:cxnSpMk id="44" creationId="{86C0A36A-2F6E-46E4-E0FF-EAB02D5E5564}"/>
          </ac:cxnSpMkLst>
        </pc:cxnChg>
        <pc:cxnChg chg="add mod">
          <ac:chgData name="Jacques Delort" userId="338bbbaa6367577a" providerId="LiveId" clId="{29EEF4E2-F752-45CC-A7DF-F1AD94B64117}" dt="2026-02-06T09:14:26.140" v="727" actId="164"/>
          <ac:cxnSpMkLst>
            <pc:docMk/>
            <pc:sldMk cId="4015961481" sldId="256"/>
            <ac:cxnSpMk id="45" creationId="{01726E1C-0ADF-A053-0D4F-96DDA87D67F4}"/>
          </ac:cxnSpMkLst>
        </pc:cxnChg>
        <pc:cxnChg chg="add mod">
          <ac:chgData name="Jacques Delort" userId="338bbbaa6367577a" providerId="LiveId" clId="{29EEF4E2-F752-45CC-A7DF-F1AD94B64117}" dt="2026-02-06T09:13:42.776" v="676" actId="1076"/>
          <ac:cxnSpMkLst>
            <pc:docMk/>
            <pc:sldMk cId="4015961481" sldId="256"/>
            <ac:cxnSpMk id="46" creationId="{2CF5ED9B-BB44-02AD-F92C-EB6BC378838B}"/>
          </ac:cxnSpMkLst>
        </pc:cxnChg>
        <pc:cxnChg chg="add mod">
          <ac:chgData name="Jacques Delort" userId="338bbbaa6367577a" providerId="LiveId" clId="{29EEF4E2-F752-45CC-A7DF-F1AD94B64117}" dt="2026-02-06T09:14:19.792" v="726" actId="164"/>
          <ac:cxnSpMkLst>
            <pc:docMk/>
            <pc:sldMk cId="4015961481" sldId="256"/>
            <ac:cxnSpMk id="47" creationId="{489AB697-9696-8190-DB1D-3044B0913DF3}"/>
          </ac:cxnSpMkLst>
        </pc:cxnChg>
        <pc:cxnChg chg="add mod">
          <ac:chgData name="Jacques Delort" userId="338bbbaa6367577a" providerId="LiveId" clId="{29EEF4E2-F752-45CC-A7DF-F1AD94B64117}" dt="2026-02-06T09:14:19.792" v="726" actId="164"/>
          <ac:cxnSpMkLst>
            <pc:docMk/>
            <pc:sldMk cId="4015961481" sldId="256"/>
            <ac:cxnSpMk id="48" creationId="{52CFB70B-4599-7D4B-BCC7-E8F3B6192664}"/>
          </ac:cxnSpMkLst>
        </pc:cxnChg>
        <pc:cxnChg chg="add mod">
          <ac:chgData name="Jacques Delort" userId="338bbbaa6367577a" providerId="LiveId" clId="{29EEF4E2-F752-45CC-A7DF-F1AD94B64117}" dt="2026-02-06T09:13:24.567" v="663" actId="1036"/>
          <ac:cxnSpMkLst>
            <pc:docMk/>
            <pc:sldMk cId="4015961481" sldId="256"/>
            <ac:cxnSpMk id="49" creationId="{C07E5D73-3C31-BC28-B6F6-5BB08799DF0C}"/>
          </ac:cxnSpMkLst>
        </pc:cxnChg>
        <pc:cxnChg chg="add del mod">
          <ac:chgData name="Jacques Delort" userId="338bbbaa6367577a" providerId="LiveId" clId="{29EEF4E2-F752-45CC-A7DF-F1AD94B64117}" dt="2026-02-06T09:21:00.171" v="1433" actId="11529"/>
          <ac:cxnSpMkLst>
            <pc:docMk/>
            <pc:sldMk cId="4015961481" sldId="256"/>
            <ac:cxnSpMk id="87" creationId="{C9512012-0E55-48C9-2555-6489670F2808}"/>
          </ac:cxnSpMkLst>
        </pc:cxnChg>
        <pc:cxnChg chg="add del mod">
          <ac:chgData name="Jacques Delort" userId="338bbbaa6367577a" providerId="LiveId" clId="{29EEF4E2-F752-45CC-A7DF-F1AD94B64117}" dt="2026-02-06T09:23:55.783" v="1465" actId="11529"/>
          <ac:cxnSpMkLst>
            <pc:docMk/>
            <pc:sldMk cId="4015961481" sldId="256"/>
            <ac:cxnSpMk id="91" creationId="{C2456C79-E27F-6E44-E3EF-D827234520CD}"/>
          </ac:cxnSpMkLst>
        </pc:cxnChg>
        <pc:cxnChg chg="add del mod">
          <ac:chgData name="Jacques Delort" userId="338bbbaa6367577a" providerId="LiveId" clId="{29EEF4E2-F752-45CC-A7DF-F1AD94B64117}" dt="2026-02-06T09:24:05.198" v="1467" actId="11529"/>
          <ac:cxnSpMkLst>
            <pc:docMk/>
            <pc:sldMk cId="4015961481" sldId="256"/>
            <ac:cxnSpMk id="95" creationId="{13FB7203-7909-1B0B-1F51-233579735EF6}"/>
          </ac:cxnSpMkLst>
        </pc:cxnChg>
        <pc:cxnChg chg="add mod">
          <ac:chgData name="Jacques Delort" userId="338bbbaa6367577a" providerId="LiveId" clId="{29EEF4E2-F752-45CC-A7DF-F1AD94B64117}" dt="2026-02-06T11:50:23.862" v="2035" actId="1076"/>
          <ac:cxnSpMkLst>
            <pc:docMk/>
            <pc:sldMk cId="4015961481" sldId="256"/>
            <ac:cxnSpMk id="114" creationId="{C2C09513-5CFE-94F4-E457-146B4ACBF851}"/>
          </ac:cxnSpMkLst>
        </pc:cxnChg>
        <pc:cxnChg chg="add mod">
          <ac:chgData name="Jacques Delort" userId="338bbbaa6367577a" providerId="LiveId" clId="{29EEF4E2-F752-45CC-A7DF-F1AD94B64117}" dt="2026-02-06T09:55:53.150" v="1999" actId="206"/>
          <ac:cxnSpMkLst>
            <pc:docMk/>
            <pc:sldMk cId="4015961481" sldId="256"/>
            <ac:cxnSpMk id="122" creationId="{146224E4-A68D-E444-5E2D-E4A06A8ABFFB}"/>
          </ac:cxnSpMkLst>
        </pc:cxnChg>
        <pc:cxnChg chg="add mod">
          <ac:chgData name="Jacques Delort" userId="338bbbaa6367577a" providerId="LiveId" clId="{29EEF4E2-F752-45CC-A7DF-F1AD94B64117}" dt="2026-02-06T11:50:23.862" v="2035" actId="1076"/>
          <ac:cxnSpMkLst>
            <pc:docMk/>
            <pc:sldMk cId="4015961481" sldId="256"/>
            <ac:cxnSpMk id="127" creationId="{77924554-0D6E-4CA5-3AF5-C73AA6C23C4B}"/>
          </ac:cxnSpMkLst>
        </pc:cxnChg>
      </pc:sldChg>
      <pc:sldChg chg="addSp delSp modSp new mod">
        <pc:chgData name="Jacques Delort" userId="338bbbaa6367577a" providerId="LiveId" clId="{29EEF4E2-F752-45CC-A7DF-F1AD94B64117}" dt="2026-02-06T12:22:09.119" v="3010" actId="20577"/>
        <pc:sldMkLst>
          <pc:docMk/>
          <pc:sldMk cId="2108549115" sldId="257"/>
        </pc:sldMkLst>
        <pc:spChg chg="del">
          <ac:chgData name="Jacques Delort" userId="338bbbaa6367577a" providerId="LiveId" clId="{29EEF4E2-F752-45CC-A7DF-F1AD94B64117}" dt="2026-02-06T11:58:40.037" v="2145" actId="478"/>
          <ac:spMkLst>
            <pc:docMk/>
            <pc:sldMk cId="2108549115" sldId="257"/>
            <ac:spMk id="2" creationId="{D68090DD-228C-B041-7475-6DD08A83CA60}"/>
          </ac:spMkLst>
        </pc:spChg>
        <pc:spChg chg="del">
          <ac:chgData name="Jacques Delort" userId="338bbbaa6367577a" providerId="LiveId" clId="{29EEF4E2-F752-45CC-A7DF-F1AD94B64117}" dt="2026-02-06T11:58:40.037" v="2145" actId="478"/>
          <ac:spMkLst>
            <pc:docMk/>
            <pc:sldMk cId="2108549115" sldId="257"/>
            <ac:spMk id="3" creationId="{AEFBB531-0C0C-12AE-D8F5-8593F911B8B4}"/>
          </ac:spMkLst>
        </pc:spChg>
        <pc:spChg chg="add mod">
          <ac:chgData name="Jacques Delort" userId="338bbbaa6367577a" providerId="LiveId" clId="{29EEF4E2-F752-45CC-A7DF-F1AD94B64117}" dt="2026-02-06T12:12:36.795" v="2664" actId="21"/>
          <ac:spMkLst>
            <pc:docMk/>
            <pc:sldMk cId="2108549115" sldId="257"/>
            <ac:spMk id="4" creationId="{245B383E-6C20-5F0D-5F29-6E3D4FF61498}"/>
          </ac:spMkLst>
        </pc:spChg>
        <pc:spChg chg="add mod">
          <ac:chgData name="Jacques Delort" userId="338bbbaa6367577a" providerId="LiveId" clId="{29EEF4E2-F752-45CC-A7DF-F1AD94B64117}" dt="2026-02-06T12:11:23.631" v="2627" actId="767"/>
          <ac:spMkLst>
            <pc:docMk/>
            <pc:sldMk cId="2108549115" sldId="257"/>
            <ac:spMk id="5" creationId="{4C7D88D0-6BF7-8704-FBDF-A73B34ACBCBB}"/>
          </ac:spMkLst>
        </pc:spChg>
        <pc:spChg chg="add mod">
          <ac:chgData name="Jacques Delort" userId="338bbbaa6367577a" providerId="LiveId" clId="{29EEF4E2-F752-45CC-A7DF-F1AD94B64117}" dt="2026-02-06T12:19:25.016" v="2999" actId="20577"/>
          <ac:spMkLst>
            <pc:docMk/>
            <pc:sldMk cId="2108549115" sldId="257"/>
            <ac:spMk id="6" creationId="{FC2EE419-0229-F2D9-E4D6-789D779D2A15}"/>
          </ac:spMkLst>
        </pc:spChg>
        <pc:spChg chg="add del mod">
          <ac:chgData name="Jacques Delort" userId="338bbbaa6367577a" providerId="LiveId" clId="{29EEF4E2-F752-45CC-A7DF-F1AD94B64117}" dt="2026-02-06T12:18:36.227" v="2987" actId="478"/>
          <ac:spMkLst>
            <pc:docMk/>
            <pc:sldMk cId="2108549115" sldId="257"/>
            <ac:spMk id="7" creationId="{82D4757D-D343-031D-7396-F7BAF16B7919}"/>
          </ac:spMkLst>
        </pc:spChg>
        <pc:spChg chg="add del mod">
          <ac:chgData name="Jacques Delort" userId="338bbbaa6367577a" providerId="LiveId" clId="{29EEF4E2-F752-45CC-A7DF-F1AD94B64117}" dt="2026-02-06T12:18:36.227" v="2987" actId="478"/>
          <ac:spMkLst>
            <pc:docMk/>
            <pc:sldMk cId="2108549115" sldId="257"/>
            <ac:spMk id="8" creationId="{D614939A-FD05-56D0-82A5-B94F477DB9F2}"/>
          </ac:spMkLst>
        </pc:spChg>
        <pc:spChg chg="add mod">
          <ac:chgData name="Jacques Delort" userId="338bbbaa6367577a" providerId="LiveId" clId="{29EEF4E2-F752-45CC-A7DF-F1AD94B64117}" dt="2026-02-06T12:14:12.513" v="2955" actId="1076"/>
          <ac:spMkLst>
            <pc:docMk/>
            <pc:sldMk cId="2108549115" sldId="257"/>
            <ac:spMk id="9" creationId="{DB6FA143-C330-FC38-DEFA-0FEC621E1069}"/>
          </ac:spMkLst>
        </pc:spChg>
        <pc:spChg chg="add del mod">
          <ac:chgData name="Jacques Delort" userId="338bbbaa6367577a" providerId="LiveId" clId="{29EEF4E2-F752-45CC-A7DF-F1AD94B64117}" dt="2026-02-06T12:18:39.778" v="2988" actId="478"/>
          <ac:spMkLst>
            <pc:docMk/>
            <pc:sldMk cId="2108549115" sldId="257"/>
            <ac:spMk id="10" creationId="{CBEA20FC-F5F5-3F77-222F-188CC5274168}"/>
          </ac:spMkLst>
        </pc:spChg>
        <pc:spChg chg="add mod">
          <ac:chgData name="Jacques Delort" userId="338bbbaa6367577a" providerId="LiveId" clId="{29EEF4E2-F752-45CC-A7DF-F1AD94B64117}" dt="2026-02-06T12:20:59.638" v="3003" actId="1076"/>
          <ac:spMkLst>
            <pc:docMk/>
            <pc:sldMk cId="2108549115" sldId="257"/>
            <ac:spMk id="12" creationId="{07070B28-386D-2ABE-8FBE-25D32304C599}"/>
          </ac:spMkLst>
        </pc:spChg>
        <pc:spChg chg="add mod">
          <ac:chgData name="Jacques Delort" userId="338bbbaa6367577a" providerId="LiveId" clId="{29EEF4E2-F752-45CC-A7DF-F1AD94B64117}" dt="2026-02-06T12:22:09.119" v="3010" actId="20577"/>
          <ac:spMkLst>
            <pc:docMk/>
            <pc:sldMk cId="2108549115" sldId="257"/>
            <ac:spMk id="14" creationId="{3FF83484-603D-7474-6544-3C777B4FFBF6}"/>
          </ac:spMkLst>
        </pc:spChg>
        <pc:spChg chg="add mod">
          <ac:chgData name="Jacques Delort" userId="338bbbaa6367577a" providerId="LiveId" clId="{29EEF4E2-F752-45CC-A7DF-F1AD94B64117}" dt="2026-02-06T12:21:30.755" v="3009" actId="1076"/>
          <ac:spMkLst>
            <pc:docMk/>
            <pc:sldMk cId="2108549115" sldId="257"/>
            <ac:spMk id="16" creationId="{C7F4E043-04D0-9AE2-23F0-8955EE496941}"/>
          </ac:spMkLst>
        </pc:spChg>
        <pc:spChg chg="add mod">
          <ac:chgData name="Jacques Delort" userId="338bbbaa6367577a" providerId="LiveId" clId="{29EEF4E2-F752-45CC-A7DF-F1AD94B64117}" dt="2026-02-06T12:19:09.272" v="2996" actId="20577"/>
          <ac:spMkLst>
            <pc:docMk/>
            <pc:sldMk cId="2108549115" sldId="257"/>
            <ac:spMk id="98" creationId="{05056830-4B9E-7702-B84B-ABC2749E5E9D}"/>
          </ac:spMkLst>
        </pc:spChg>
        <pc:spChg chg="add mod">
          <ac:chgData name="Jacques Delort" userId="338bbbaa6367577a" providerId="LiveId" clId="{29EEF4E2-F752-45CC-A7DF-F1AD94B64117}" dt="2026-02-06T12:19:18.189" v="2998" actId="20577"/>
          <ac:spMkLst>
            <pc:docMk/>
            <pc:sldMk cId="2108549115" sldId="257"/>
            <ac:spMk id="99" creationId="{B03DA91D-DDD5-25E7-A77B-48A5BED482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4A9B70-292B-19BF-67DC-7D95CEDB7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AF5CE8-3CF1-DC75-043E-0E8096612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3CD270-DAAC-F879-437E-9F6AD320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AD4BE5-051E-5436-0736-5FC58A0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3C8842-29C2-5C2E-D8F2-BDE8C7CA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15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A5109-A257-5D1D-55B3-F1C828DE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74AE56-7C4C-7F3E-E8FB-3EBE4CB59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850D0E-54B8-8C88-3F8B-6D8F5B7B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A3196F-A737-43DD-CBCD-6F23683D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2F311A-095A-129D-516E-E02F64E2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38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11BEAC-27E6-11F0-205F-4D6A90E0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2C67A-B396-FBA2-2517-55323451A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655D10-BE8C-D25D-A025-3DFCA544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9DD493-E3E1-CED5-648E-B485AE76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F253BE-9BE5-DB3A-7F54-D7CE8381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67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326A-731B-1E84-E18F-8370D63F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F8ED4-79D0-BC96-75DD-4070BDEC0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785963-CD71-BA52-5A6B-C01E16AF3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D622BB-1D6C-F478-8215-FEB16AD9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8F9CE3-41B7-4F6C-6B1E-6DC2DAB4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555555-C19D-C80A-3AC6-9424726A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97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62FFF-82B8-A1A0-E3E4-42902947E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B607D1-92F2-D672-38A5-29D1DB630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B37AE8-0350-798C-DD0D-05F03655A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7289A32-B747-862A-8E51-AACCBE721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E3BA20-B7F4-D80B-B054-7065A23E6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DD5D649-4787-765A-EA25-331BD872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326EDD-C1CC-57CD-0245-03E9C788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EF3E1B1-4E31-BDB9-980E-C92A2630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0811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392F6-D8E5-F9C9-5615-E6272C3D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E02DF9-FDD3-A207-3111-9649DE06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6FB1F6-4116-E239-AFA3-BDF4E4E0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0DB106-8EC5-7ED8-EBAE-6A3A4F5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54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FF9A9A-2BC3-5024-B863-5D0239B2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3B89F6-8759-2F6D-F45B-0AB6AB1B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E32D07-DBF0-635B-1DFD-ADCC7907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91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3AF03A-F2DB-0874-6464-87CBB42F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A758C3-0DA4-57EB-A4E5-0F54B0249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C5DB9B-F303-D406-6822-44866E77B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05F584-04D2-D8A7-2C31-BA460E95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28FB1D-3A2D-BC44-D2D2-3C556BDA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6C4A88-2904-814F-911A-543E2188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735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ED59B-2B20-4AA6-9AFA-2E162566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61B1863-8B65-672A-AB62-6E8C576D7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FDE718-D9CC-7216-6D25-7DF665EF3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8642C0-2C45-DA09-8209-B4027C82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E3935C-F7AB-D297-925C-29620B76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55D3F3-F997-DADF-DC9B-84852014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30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C35CC-BEFB-A91D-70CD-AC0F3315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657626-1947-0A1A-11B9-470BCDE33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1A54B7-1294-B0D2-9E22-B08603D0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0C4D24-0E7A-3BB5-7F72-F4987898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C24EC6-629F-D991-2E72-F3401A60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00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83B8F6-681B-F5FB-8489-2E7F930C8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4C861B-0F80-18AE-4162-1C8B4E4AC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F572D5-C807-B3D8-6240-41C858D8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F61986-F5D1-B75D-E531-BE95074D9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A9C36F-F45E-A161-289A-CEEF014C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86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7052D54-2CF8-0ADF-C61F-4FBBFE97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CA8D70-A908-FF81-B562-8A82B136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88EED1-4626-9783-25AD-446050EC6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CEAB6-B589-48E3-8793-F9694D7D671A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D7EAED-1191-5079-30A5-ED0A47EF9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57E430-CFFE-0667-E9ED-BD55B5A3B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0598-1B67-4471-876C-DB1F241CF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04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64AF8972-3E52-4FB3-70C8-FBBB67BC4434}"/>
              </a:ext>
            </a:extLst>
          </p:cNvPr>
          <p:cNvGrpSpPr/>
          <p:nvPr/>
        </p:nvGrpSpPr>
        <p:grpSpPr>
          <a:xfrm>
            <a:off x="1076768" y="4675632"/>
            <a:ext cx="7570153" cy="1555551"/>
            <a:chOff x="1076768" y="4675632"/>
            <a:chExt cx="7570153" cy="1555551"/>
          </a:xfrm>
        </p:grpSpPr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DA9D6A1-0ED8-DF44-E51B-8B43B7FE98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1704" y="4675632"/>
              <a:ext cx="25652" cy="13224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CB0396F5-5374-8941-BB53-3D53E389796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608" y="5447730"/>
              <a:ext cx="7171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599B8C24-1E6F-BB1C-D829-6A8C23DF0565}"/>
                </a:ext>
              </a:extLst>
            </p:cNvPr>
            <p:cNvGrpSpPr/>
            <p:nvPr/>
          </p:nvGrpSpPr>
          <p:grpSpPr>
            <a:xfrm>
              <a:off x="1421637" y="4813179"/>
              <a:ext cx="45721" cy="1297684"/>
              <a:chOff x="1353311" y="649224"/>
              <a:chExt cx="45721" cy="129768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A3B71B3-4B4A-873A-C582-011243699594}"/>
                  </a:ext>
                </a:extLst>
              </p:cNvPr>
              <p:cNvSpPr/>
              <p:nvPr/>
            </p:nvSpPr>
            <p:spPr>
              <a:xfrm>
                <a:off x="1353313" y="649224"/>
                <a:ext cx="45719" cy="32918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7471E046-7321-DFEA-F313-CB1FC83BA2FD}"/>
                  </a:ext>
                </a:extLst>
              </p:cNvPr>
              <p:cNvGrpSpPr/>
              <p:nvPr/>
            </p:nvGrpSpPr>
            <p:grpSpPr>
              <a:xfrm>
                <a:off x="1353311" y="959356"/>
                <a:ext cx="45720" cy="987552"/>
                <a:chOff x="1353311" y="978408"/>
                <a:chExt cx="45720" cy="987552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10606C6-D3E4-D5EB-BB51-484B3A17B6A2}"/>
                    </a:ext>
                  </a:extLst>
                </p:cNvPr>
                <p:cNvSpPr/>
                <p:nvPr/>
              </p:nvSpPr>
              <p:spPr>
                <a:xfrm>
                  <a:off x="1353312" y="978408"/>
                  <a:ext cx="45719" cy="32918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216D7BF-4FA8-E100-51DE-D1574F175E0C}"/>
                    </a:ext>
                  </a:extLst>
                </p:cNvPr>
                <p:cNvSpPr/>
                <p:nvPr/>
              </p:nvSpPr>
              <p:spPr>
                <a:xfrm>
                  <a:off x="1353311" y="1307592"/>
                  <a:ext cx="45719" cy="32918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001BC086-7463-7D21-E358-B9CD947003F7}"/>
                    </a:ext>
                  </a:extLst>
                </p:cNvPr>
                <p:cNvSpPr/>
                <p:nvPr/>
              </p:nvSpPr>
              <p:spPr>
                <a:xfrm>
                  <a:off x="1353311" y="1636776"/>
                  <a:ext cx="45719" cy="32918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D55CC58F-13C3-C2F6-20DC-4CE17FE6FF16}"/>
                </a:ext>
              </a:extLst>
            </p:cNvPr>
            <p:cNvSpPr/>
            <p:nvPr/>
          </p:nvSpPr>
          <p:spPr>
            <a:xfrm>
              <a:off x="1375982" y="5395611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E231C70-8AEA-42B3-1ED4-3BA50961A406}"/>
                </a:ext>
              </a:extLst>
            </p:cNvPr>
            <p:cNvSpPr txBox="1"/>
            <p:nvPr/>
          </p:nvSpPr>
          <p:spPr>
            <a:xfrm>
              <a:off x="1076768" y="4686221"/>
              <a:ext cx="32893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10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9636136A-B7CB-9781-5EA9-C02B8D248B52}"/>
                </a:ext>
              </a:extLst>
            </p:cNvPr>
            <p:cNvSpPr txBox="1"/>
            <p:nvPr/>
          </p:nvSpPr>
          <p:spPr>
            <a:xfrm>
              <a:off x="1139693" y="4997777"/>
              <a:ext cx="25680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5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4633B6D2-0DE4-5CEE-6A40-D46F98A4E17B}"/>
                </a:ext>
              </a:extLst>
            </p:cNvPr>
            <p:cNvSpPr txBox="1"/>
            <p:nvPr/>
          </p:nvSpPr>
          <p:spPr>
            <a:xfrm>
              <a:off x="1145098" y="5325537"/>
              <a:ext cx="25680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0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02E1470-9E50-3D16-35C7-78276422A632}"/>
                </a:ext>
              </a:extLst>
            </p:cNvPr>
            <p:cNvSpPr txBox="1"/>
            <p:nvPr/>
          </p:nvSpPr>
          <p:spPr>
            <a:xfrm>
              <a:off x="1121436" y="5650242"/>
              <a:ext cx="30328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-5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704E48A6-FF52-9AE4-600A-E2402D5E7E6B}"/>
                </a:ext>
              </a:extLst>
            </p:cNvPr>
            <p:cNvSpPr txBox="1"/>
            <p:nvPr/>
          </p:nvSpPr>
          <p:spPr>
            <a:xfrm>
              <a:off x="1080161" y="5977267"/>
              <a:ext cx="3754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-10</a:t>
              </a:r>
            </a:p>
          </p:txBody>
        </p:sp>
        <p:cxnSp>
          <p:nvCxnSpPr>
            <p:cNvPr id="46" name="Connecteur droit avec flèche 45">
              <a:extLst>
                <a:ext uri="{FF2B5EF4-FFF2-40B4-BE49-F238E27FC236}">
                  <a16:creationId xmlns:a16="http://schemas.microsoft.com/office/drawing/2014/main" id="{2CF5ED9B-BB44-02AD-F92C-EB6BC378838B}"/>
                </a:ext>
              </a:extLst>
            </p:cNvPr>
            <p:cNvCxnSpPr>
              <a:cxnSpLocks/>
            </p:cNvCxnSpPr>
            <p:nvPr/>
          </p:nvCxnSpPr>
          <p:spPr>
            <a:xfrm>
              <a:off x="1455585" y="5134082"/>
              <a:ext cx="7171944" cy="0"/>
            </a:xfrm>
            <a:prstGeom prst="straightConnector1">
              <a:avLst/>
            </a:prstGeom>
            <a:ln w="6350"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489AB697-9696-8190-DB1D-3044B0913DF3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37" y="4813179"/>
              <a:ext cx="7171944" cy="0"/>
            </a:xfrm>
            <a:prstGeom prst="straightConnector1">
              <a:avLst/>
            </a:prstGeom>
            <a:ln w="6350"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52CFB70B-4599-7D4B-BCC7-E8F3B6192664}"/>
                </a:ext>
              </a:extLst>
            </p:cNvPr>
            <p:cNvCxnSpPr>
              <a:cxnSpLocks/>
            </p:cNvCxnSpPr>
            <p:nvPr/>
          </p:nvCxnSpPr>
          <p:spPr>
            <a:xfrm>
              <a:off x="1474977" y="5773105"/>
              <a:ext cx="7171944" cy="0"/>
            </a:xfrm>
            <a:prstGeom prst="straightConnector1">
              <a:avLst/>
            </a:prstGeom>
            <a:ln w="6350"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C07E5D73-3C31-BC28-B6F6-5BB08799DF0C}"/>
                </a:ext>
              </a:extLst>
            </p:cNvPr>
            <p:cNvCxnSpPr>
              <a:cxnSpLocks/>
            </p:cNvCxnSpPr>
            <p:nvPr/>
          </p:nvCxnSpPr>
          <p:spPr>
            <a:xfrm>
              <a:off x="1467357" y="6109339"/>
              <a:ext cx="7171944" cy="0"/>
            </a:xfrm>
            <a:prstGeom prst="straightConnector1">
              <a:avLst/>
            </a:prstGeom>
            <a:ln w="6350"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Ellipse 74">
            <a:extLst>
              <a:ext uri="{FF2B5EF4-FFF2-40B4-BE49-F238E27FC236}">
                <a16:creationId xmlns:a16="http://schemas.microsoft.com/office/drawing/2014/main" id="{96E72169-6088-7B7F-DE9D-476D349A2253}"/>
              </a:ext>
            </a:extLst>
          </p:cNvPr>
          <p:cNvSpPr/>
          <p:nvPr/>
        </p:nvSpPr>
        <p:spPr>
          <a:xfrm>
            <a:off x="2863454" y="5047490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7EED0EE-B82C-80CA-56FC-F0BB2CEE1764}"/>
              </a:ext>
            </a:extLst>
          </p:cNvPr>
          <p:cNvSpPr/>
          <p:nvPr/>
        </p:nvSpPr>
        <p:spPr>
          <a:xfrm>
            <a:off x="3443117" y="5389253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F9FD5BEB-A668-D08A-FE0C-5D386BAA0858}"/>
              </a:ext>
            </a:extLst>
          </p:cNvPr>
          <p:cNvSpPr/>
          <p:nvPr/>
        </p:nvSpPr>
        <p:spPr>
          <a:xfrm>
            <a:off x="3897256" y="5698814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04BABE56-12A1-A8E8-FCA5-2F4E7CD07529}"/>
              </a:ext>
            </a:extLst>
          </p:cNvPr>
          <p:cNvSpPr/>
          <p:nvPr/>
        </p:nvSpPr>
        <p:spPr>
          <a:xfrm>
            <a:off x="4390902" y="5056446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1471400E-5699-C144-EA69-BEFAFF20BD6A}"/>
              </a:ext>
            </a:extLst>
          </p:cNvPr>
          <p:cNvSpPr/>
          <p:nvPr/>
        </p:nvSpPr>
        <p:spPr>
          <a:xfrm>
            <a:off x="4875677" y="4748251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E61CE6BD-F824-711B-5D40-E999858843EB}"/>
              </a:ext>
            </a:extLst>
          </p:cNvPr>
          <p:cNvSpPr/>
          <p:nvPr/>
        </p:nvSpPr>
        <p:spPr>
          <a:xfrm>
            <a:off x="5231907" y="5380711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72A4F3A4-E206-DD07-4BF2-C4FC0E89B315}"/>
              </a:ext>
            </a:extLst>
          </p:cNvPr>
          <p:cNvSpPr/>
          <p:nvPr/>
        </p:nvSpPr>
        <p:spPr>
          <a:xfrm>
            <a:off x="5912950" y="5698857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7482A53F-14CE-EC67-52CE-21AD4B56F4D9}"/>
              </a:ext>
            </a:extLst>
          </p:cNvPr>
          <p:cNvGrpSpPr/>
          <p:nvPr/>
        </p:nvGrpSpPr>
        <p:grpSpPr>
          <a:xfrm>
            <a:off x="961702" y="337946"/>
            <a:ext cx="7662463" cy="2805100"/>
            <a:chOff x="965189" y="310895"/>
            <a:chExt cx="7662463" cy="2805100"/>
          </a:xfrm>
        </p:grpSpPr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92E415EC-AE45-BA9F-5B8F-BBC48099B094}"/>
                </a:ext>
              </a:extLst>
            </p:cNvPr>
            <p:cNvGrpSpPr/>
            <p:nvPr/>
          </p:nvGrpSpPr>
          <p:grpSpPr>
            <a:xfrm>
              <a:off x="965189" y="310895"/>
              <a:ext cx="7662463" cy="2805100"/>
              <a:chOff x="965189" y="310895"/>
              <a:chExt cx="7662463" cy="2805100"/>
            </a:xfrm>
          </p:grpSpPr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AA8040DE-1888-A400-856E-E0B285DE3912}"/>
                  </a:ext>
                </a:extLst>
              </p:cNvPr>
              <p:cNvGrpSpPr/>
              <p:nvPr/>
            </p:nvGrpSpPr>
            <p:grpSpPr>
              <a:xfrm>
                <a:off x="1199983" y="310895"/>
                <a:ext cx="7407569" cy="2706321"/>
                <a:chOff x="1199983" y="310896"/>
                <a:chExt cx="7407569" cy="1927093"/>
              </a:xfrm>
            </p:grpSpPr>
            <p:cxnSp>
              <p:nvCxnSpPr>
                <p:cNvPr id="5" name="Connecteur droit avec flèche 4">
                  <a:extLst>
                    <a:ext uri="{FF2B5EF4-FFF2-40B4-BE49-F238E27FC236}">
                      <a16:creationId xmlns:a16="http://schemas.microsoft.com/office/drawing/2014/main" id="{75F6947E-CC29-97CE-183E-ACD48C3CFA57}"/>
                    </a:ext>
                  </a:extLst>
                </p:cNvPr>
                <p:cNvCxnSpPr>
                  <a:cxnSpLocks/>
                  <a:stCxn id="17" idx="2"/>
                </p:cNvCxnSpPr>
                <p:nvPr/>
              </p:nvCxnSpPr>
              <p:spPr>
                <a:xfrm flipV="1">
                  <a:off x="1428564" y="310896"/>
                  <a:ext cx="7044" cy="192709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Connecteur droit avec flèche 6">
                  <a:extLst>
                    <a:ext uri="{FF2B5EF4-FFF2-40B4-BE49-F238E27FC236}">
                      <a16:creationId xmlns:a16="http://schemas.microsoft.com/office/drawing/2014/main" id="{E8E0C80C-D4EF-7725-0444-7A9F36FD01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5608" y="609600"/>
                  <a:ext cx="71719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oupe 18">
                  <a:extLst>
                    <a:ext uri="{FF2B5EF4-FFF2-40B4-BE49-F238E27FC236}">
                      <a16:creationId xmlns:a16="http://schemas.microsoft.com/office/drawing/2014/main" id="{224638CC-7293-3A7B-17A1-E22FC8219B86}"/>
                    </a:ext>
                  </a:extLst>
                </p:cNvPr>
                <p:cNvGrpSpPr/>
                <p:nvPr/>
              </p:nvGrpSpPr>
              <p:grpSpPr>
                <a:xfrm>
                  <a:off x="1405704" y="611121"/>
                  <a:ext cx="45721" cy="1626868"/>
                  <a:chOff x="1353311" y="649224"/>
                  <a:chExt cx="45721" cy="1626868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B31886D-6C2B-F623-147D-357B06F8DFF9}"/>
                      </a:ext>
                    </a:extLst>
                  </p:cNvPr>
                  <p:cNvSpPr/>
                  <p:nvPr/>
                </p:nvSpPr>
                <p:spPr>
                  <a:xfrm>
                    <a:off x="1353313" y="649224"/>
                    <a:ext cx="45719" cy="32918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>
                    <a:extLst>
                      <a:ext uri="{FF2B5EF4-FFF2-40B4-BE49-F238E27FC236}">
                        <a16:creationId xmlns:a16="http://schemas.microsoft.com/office/drawing/2014/main" id="{2D7F819C-AA99-E48E-38CF-26A9ED487411}"/>
                      </a:ext>
                    </a:extLst>
                  </p:cNvPr>
                  <p:cNvGrpSpPr/>
                  <p:nvPr/>
                </p:nvGrpSpPr>
                <p:grpSpPr>
                  <a:xfrm>
                    <a:off x="1353311" y="959356"/>
                    <a:ext cx="45720" cy="1316736"/>
                    <a:chOff x="1353311" y="978408"/>
                    <a:chExt cx="45720" cy="1316736"/>
                  </a:xfrm>
                </p:grpSpPr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467780D2-1356-BBCE-5FB7-D12C97116B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3312" y="978408"/>
                      <a:ext cx="45719" cy="329184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66234856-C06F-6A4C-86F6-B1FBD85C73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3311" y="1307592"/>
                      <a:ext cx="45719" cy="329184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889A251D-A72E-5319-CFCC-63E0D5118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3311" y="1636776"/>
                      <a:ext cx="45719" cy="329184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C8144AD3-24E2-EC79-5F79-19FEC6670B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3311" y="1965960"/>
                      <a:ext cx="45719" cy="329184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</p:grpSp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BEEC94B4-8A53-99B9-CD19-24C576F81FD2}"/>
                    </a:ext>
                  </a:extLst>
                </p:cNvPr>
                <p:cNvSpPr txBox="1"/>
                <p:nvPr/>
              </p:nvSpPr>
              <p:spPr>
                <a:xfrm>
                  <a:off x="1199983" y="478795"/>
                  <a:ext cx="2600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050" dirty="0"/>
                    <a:t>0</a:t>
                  </a:r>
                </a:p>
              </p:txBody>
            </p:sp>
          </p:grp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66195E9-C602-622A-2601-90D8ECA94044}"/>
                  </a:ext>
                </a:extLst>
              </p:cNvPr>
              <p:cNvSpPr txBox="1"/>
              <p:nvPr/>
            </p:nvSpPr>
            <p:spPr>
              <a:xfrm>
                <a:off x="1076768" y="1021707"/>
                <a:ext cx="32893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50" dirty="0"/>
                  <a:t>10</a:t>
                </a:r>
              </a:p>
            </p:txBody>
          </p:sp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FE80D512-DD4D-0D49-8EC1-8500D3242282}"/>
                  </a:ext>
                </a:extLst>
              </p:cNvPr>
              <p:cNvSpPr txBox="1"/>
              <p:nvPr/>
            </p:nvSpPr>
            <p:spPr>
              <a:xfrm>
                <a:off x="965189" y="1489370"/>
                <a:ext cx="4475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50" dirty="0"/>
                  <a:t>-100</a:t>
                </a:r>
              </a:p>
            </p:txBody>
          </p:sp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8688A468-A6CC-EDBC-ED1B-507B5C0CC476}"/>
                  </a:ext>
                </a:extLst>
              </p:cNvPr>
              <p:cNvSpPr txBox="1"/>
              <p:nvPr/>
            </p:nvSpPr>
            <p:spPr>
              <a:xfrm>
                <a:off x="1019798" y="1968847"/>
                <a:ext cx="4475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50" dirty="0"/>
                  <a:t>-200</a:t>
                </a:r>
              </a:p>
            </p:txBody>
          </p:sp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1ACF2005-3E9F-F351-8445-1BF3E173542F}"/>
                  </a:ext>
                </a:extLst>
              </p:cNvPr>
              <p:cNvSpPr txBox="1"/>
              <p:nvPr/>
            </p:nvSpPr>
            <p:spPr>
              <a:xfrm>
                <a:off x="996938" y="2405937"/>
                <a:ext cx="4475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50" dirty="0"/>
                  <a:t>-495</a:t>
                </a:r>
              </a:p>
            </p:txBody>
          </p: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B723F289-D053-DC9A-CD94-AF7AAAC52094}"/>
                  </a:ext>
                </a:extLst>
              </p:cNvPr>
              <p:cNvSpPr txBox="1"/>
              <p:nvPr/>
            </p:nvSpPr>
            <p:spPr>
              <a:xfrm>
                <a:off x="996938" y="2862079"/>
                <a:ext cx="4475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50" dirty="0"/>
                  <a:t>-500</a:t>
                </a:r>
              </a:p>
            </p:txBody>
          </p:sp>
          <p:cxnSp>
            <p:nvCxnSpPr>
              <p:cNvPr id="41" name="Connecteur droit avec flèche 40">
                <a:extLst>
                  <a:ext uri="{FF2B5EF4-FFF2-40B4-BE49-F238E27FC236}">
                    <a16:creationId xmlns:a16="http://schemas.microsoft.com/office/drawing/2014/main" id="{96A28DEA-4778-8BEF-9E5B-03CFDF237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1739" y="1168687"/>
                <a:ext cx="7171944" cy="0"/>
              </a:xfrm>
              <a:prstGeom prst="straightConnector1">
                <a:avLst/>
              </a:prstGeom>
              <a:ln w="6350"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cteur droit avec flèche 41">
                <a:extLst>
                  <a:ext uri="{FF2B5EF4-FFF2-40B4-BE49-F238E27FC236}">
                    <a16:creationId xmlns:a16="http://schemas.microsoft.com/office/drawing/2014/main" id="{37FC3441-BB65-E402-138F-2ECEA1D32A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5708" y="1625887"/>
                <a:ext cx="7171944" cy="0"/>
              </a:xfrm>
              <a:prstGeom prst="straightConnector1">
                <a:avLst/>
              </a:prstGeom>
              <a:ln w="6350"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eur droit avec flèche 42">
                <a:extLst>
                  <a:ext uri="{FF2B5EF4-FFF2-40B4-BE49-F238E27FC236}">
                    <a16:creationId xmlns:a16="http://schemas.microsoft.com/office/drawing/2014/main" id="{E62904BF-3FB2-CC8E-2B27-EF7EE1D497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3327" y="2093080"/>
                <a:ext cx="7171944" cy="0"/>
              </a:xfrm>
              <a:prstGeom prst="straightConnector1">
                <a:avLst/>
              </a:prstGeom>
              <a:ln w="6350"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avec flèche 43">
                <a:extLst>
                  <a:ext uri="{FF2B5EF4-FFF2-40B4-BE49-F238E27FC236}">
                    <a16:creationId xmlns:a16="http://schemas.microsoft.com/office/drawing/2014/main" id="{86C0A36A-2F6E-46E4-E0FF-EAB02D5E55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9793" y="2554925"/>
                <a:ext cx="7171944" cy="0"/>
              </a:xfrm>
              <a:prstGeom prst="straightConnector1">
                <a:avLst/>
              </a:prstGeom>
              <a:ln w="6350"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cteur droit avec flèche 44">
                <a:extLst>
                  <a:ext uri="{FF2B5EF4-FFF2-40B4-BE49-F238E27FC236}">
                    <a16:creationId xmlns:a16="http://schemas.microsoft.com/office/drawing/2014/main" id="{01726E1C-0ADF-A053-0D4F-96DDA87D67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7612" y="3017216"/>
                <a:ext cx="7171944" cy="0"/>
              </a:xfrm>
              <a:prstGeom prst="straightConnector1">
                <a:avLst/>
              </a:prstGeom>
              <a:ln w="6350"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B5B6CA35-DCCD-F210-4924-E3BB67FD0620}"/>
                </a:ext>
              </a:extLst>
            </p:cNvPr>
            <p:cNvSpPr/>
            <p:nvPr/>
          </p:nvSpPr>
          <p:spPr>
            <a:xfrm>
              <a:off x="1355962" y="1097716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C57D964A-7DA4-A52D-3441-EAA6F4D0553B}"/>
                </a:ext>
              </a:extLst>
            </p:cNvPr>
            <p:cNvSpPr/>
            <p:nvPr/>
          </p:nvSpPr>
          <p:spPr>
            <a:xfrm>
              <a:off x="1911497" y="1403354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430083F8-1276-8693-DB72-FDE9FA6A01EE}"/>
                </a:ext>
              </a:extLst>
            </p:cNvPr>
            <p:cNvSpPr/>
            <p:nvPr/>
          </p:nvSpPr>
          <p:spPr>
            <a:xfrm>
              <a:off x="2528717" y="1582995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55261B07-BD4C-3497-08E2-3DF9A70C3C0B}"/>
                </a:ext>
              </a:extLst>
            </p:cNvPr>
            <p:cNvSpPr/>
            <p:nvPr/>
          </p:nvSpPr>
          <p:spPr>
            <a:xfrm>
              <a:off x="3382157" y="2477861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593C71D5-D78E-4DBF-8783-D2E84139431F}"/>
                </a:ext>
              </a:extLst>
            </p:cNvPr>
            <p:cNvSpPr/>
            <p:nvPr/>
          </p:nvSpPr>
          <p:spPr>
            <a:xfrm>
              <a:off x="5627636" y="2948520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FC15286C-0F4D-A46F-1D4D-96BD3E468E39}"/>
                </a:ext>
              </a:extLst>
            </p:cNvPr>
            <p:cNvSpPr/>
            <p:nvPr/>
          </p:nvSpPr>
          <p:spPr>
            <a:xfrm>
              <a:off x="6583914" y="2492301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DFF325E6-E3EE-0093-CA74-14C637F24196}"/>
                </a:ext>
              </a:extLst>
            </p:cNvPr>
            <p:cNvSpPr/>
            <p:nvPr/>
          </p:nvSpPr>
          <p:spPr>
            <a:xfrm>
              <a:off x="7003468" y="1107666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1F10A76F-354B-D423-5AB3-3819CF15F0A8}"/>
                </a:ext>
              </a:extLst>
            </p:cNvPr>
            <p:cNvSpPr/>
            <p:nvPr/>
          </p:nvSpPr>
          <p:spPr>
            <a:xfrm>
              <a:off x="7535057" y="671121"/>
              <a:ext cx="131350" cy="1280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8" name="Forme libre : forme 87">
              <a:extLst>
                <a:ext uri="{FF2B5EF4-FFF2-40B4-BE49-F238E27FC236}">
                  <a16:creationId xmlns:a16="http://schemas.microsoft.com/office/drawing/2014/main" id="{BDB2B6CF-5121-5B1C-C56E-89A96482F131}"/>
                </a:ext>
              </a:extLst>
            </p:cNvPr>
            <p:cNvSpPr/>
            <p:nvPr/>
          </p:nvSpPr>
          <p:spPr>
            <a:xfrm>
              <a:off x="1417320" y="762000"/>
              <a:ext cx="6202680" cy="2247900"/>
            </a:xfrm>
            <a:custGeom>
              <a:avLst/>
              <a:gdLst>
                <a:gd name="csX0" fmla="*/ 0 w 6202680"/>
                <a:gd name="csY0" fmla="*/ 381000 h 2263140"/>
                <a:gd name="csX1" fmla="*/ 556260 w 6202680"/>
                <a:gd name="csY1" fmla="*/ 381000 h 2263140"/>
                <a:gd name="csX2" fmla="*/ 556260 w 6202680"/>
                <a:gd name="csY2" fmla="*/ 701040 h 2263140"/>
                <a:gd name="csX3" fmla="*/ 1181100 w 6202680"/>
                <a:gd name="csY3" fmla="*/ 693420 h 2263140"/>
                <a:gd name="csX4" fmla="*/ 1181100 w 6202680"/>
                <a:gd name="csY4" fmla="*/ 861060 h 2263140"/>
                <a:gd name="csX5" fmla="*/ 2034540 w 6202680"/>
                <a:gd name="csY5" fmla="*/ 868680 h 2263140"/>
                <a:gd name="csX6" fmla="*/ 2125980 w 6202680"/>
                <a:gd name="csY6" fmla="*/ 1790700 h 2263140"/>
                <a:gd name="csX7" fmla="*/ 3825240 w 6202680"/>
                <a:gd name="csY7" fmla="*/ 1783080 h 2263140"/>
                <a:gd name="csX8" fmla="*/ 3840480 w 6202680"/>
                <a:gd name="csY8" fmla="*/ 2247900 h 2263140"/>
                <a:gd name="csX9" fmla="*/ 5013960 w 6202680"/>
                <a:gd name="csY9" fmla="*/ 2263140 h 2263140"/>
                <a:gd name="csX10" fmla="*/ 5013960 w 6202680"/>
                <a:gd name="csY10" fmla="*/ 1805940 h 2263140"/>
                <a:gd name="csX11" fmla="*/ 5707380 w 6202680"/>
                <a:gd name="csY11" fmla="*/ 1798320 h 2263140"/>
                <a:gd name="csX12" fmla="*/ 5669280 w 6202680"/>
                <a:gd name="csY12" fmla="*/ 419100 h 2263140"/>
                <a:gd name="csX13" fmla="*/ 6202680 w 6202680"/>
                <a:gd name="csY13" fmla="*/ 396240 h 2263140"/>
                <a:gd name="csX14" fmla="*/ 6187440 w 6202680"/>
                <a:gd name="csY14" fmla="*/ 0 h 2263140"/>
                <a:gd name="csX15" fmla="*/ 6179820 w 6202680"/>
                <a:gd name="csY15" fmla="*/ 0 h 2263140"/>
                <a:gd name="csX0" fmla="*/ 0 w 6202680"/>
                <a:gd name="csY0" fmla="*/ 381000 h 2263140"/>
                <a:gd name="csX1" fmla="*/ 556260 w 6202680"/>
                <a:gd name="csY1" fmla="*/ 381000 h 2263140"/>
                <a:gd name="csX2" fmla="*/ 556260 w 6202680"/>
                <a:gd name="csY2" fmla="*/ 701040 h 2263140"/>
                <a:gd name="csX3" fmla="*/ 1181100 w 6202680"/>
                <a:gd name="csY3" fmla="*/ 693420 h 2263140"/>
                <a:gd name="csX4" fmla="*/ 1181100 w 6202680"/>
                <a:gd name="csY4" fmla="*/ 861060 h 2263140"/>
                <a:gd name="csX5" fmla="*/ 2034540 w 6202680"/>
                <a:gd name="csY5" fmla="*/ 868680 h 2263140"/>
                <a:gd name="csX6" fmla="*/ 2080260 w 6202680"/>
                <a:gd name="csY6" fmla="*/ 1790700 h 2263140"/>
                <a:gd name="csX7" fmla="*/ 3825240 w 6202680"/>
                <a:gd name="csY7" fmla="*/ 1783080 h 2263140"/>
                <a:gd name="csX8" fmla="*/ 3840480 w 6202680"/>
                <a:gd name="csY8" fmla="*/ 2247900 h 2263140"/>
                <a:gd name="csX9" fmla="*/ 5013960 w 6202680"/>
                <a:gd name="csY9" fmla="*/ 2263140 h 2263140"/>
                <a:gd name="csX10" fmla="*/ 5013960 w 6202680"/>
                <a:gd name="csY10" fmla="*/ 1805940 h 2263140"/>
                <a:gd name="csX11" fmla="*/ 5707380 w 6202680"/>
                <a:gd name="csY11" fmla="*/ 1798320 h 2263140"/>
                <a:gd name="csX12" fmla="*/ 5669280 w 6202680"/>
                <a:gd name="csY12" fmla="*/ 419100 h 2263140"/>
                <a:gd name="csX13" fmla="*/ 6202680 w 6202680"/>
                <a:gd name="csY13" fmla="*/ 396240 h 2263140"/>
                <a:gd name="csX14" fmla="*/ 6187440 w 6202680"/>
                <a:gd name="csY14" fmla="*/ 0 h 2263140"/>
                <a:gd name="csX15" fmla="*/ 6179820 w 6202680"/>
                <a:gd name="csY15" fmla="*/ 0 h 2263140"/>
                <a:gd name="csX0" fmla="*/ 0 w 6202680"/>
                <a:gd name="csY0" fmla="*/ 381000 h 2263140"/>
                <a:gd name="csX1" fmla="*/ 556260 w 6202680"/>
                <a:gd name="csY1" fmla="*/ 381000 h 2263140"/>
                <a:gd name="csX2" fmla="*/ 556260 w 6202680"/>
                <a:gd name="csY2" fmla="*/ 701040 h 2263140"/>
                <a:gd name="csX3" fmla="*/ 1181100 w 6202680"/>
                <a:gd name="csY3" fmla="*/ 693420 h 2263140"/>
                <a:gd name="csX4" fmla="*/ 1181100 w 6202680"/>
                <a:gd name="csY4" fmla="*/ 861060 h 2263140"/>
                <a:gd name="csX5" fmla="*/ 2034540 w 6202680"/>
                <a:gd name="csY5" fmla="*/ 868680 h 2263140"/>
                <a:gd name="csX6" fmla="*/ 2057400 w 6202680"/>
                <a:gd name="csY6" fmla="*/ 1783080 h 2263140"/>
                <a:gd name="csX7" fmla="*/ 3825240 w 6202680"/>
                <a:gd name="csY7" fmla="*/ 1783080 h 2263140"/>
                <a:gd name="csX8" fmla="*/ 3840480 w 6202680"/>
                <a:gd name="csY8" fmla="*/ 2247900 h 2263140"/>
                <a:gd name="csX9" fmla="*/ 5013960 w 6202680"/>
                <a:gd name="csY9" fmla="*/ 2263140 h 2263140"/>
                <a:gd name="csX10" fmla="*/ 5013960 w 6202680"/>
                <a:gd name="csY10" fmla="*/ 1805940 h 2263140"/>
                <a:gd name="csX11" fmla="*/ 5707380 w 6202680"/>
                <a:gd name="csY11" fmla="*/ 1798320 h 2263140"/>
                <a:gd name="csX12" fmla="*/ 5669280 w 6202680"/>
                <a:gd name="csY12" fmla="*/ 419100 h 2263140"/>
                <a:gd name="csX13" fmla="*/ 6202680 w 6202680"/>
                <a:gd name="csY13" fmla="*/ 396240 h 2263140"/>
                <a:gd name="csX14" fmla="*/ 6187440 w 6202680"/>
                <a:gd name="csY14" fmla="*/ 0 h 2263140"/>
                <a:gd name="csX15" fmla="*/ 6179820 w 6202680"/>
                <a:gd name="csY15" fmla="*/ 0 h 2263140"/>
                <a:gd name="csX0" fmla="*/ 0 w 6202680"/>
                <a:gd name="csY0" fmla="*/ 381000 h 2263140"/>
                <a:gd name="csX1" fmla="*/ 556260 w 6202680"/>
                <a:gd name="csY1" fmla="*/ 381000 h 2263140"/>
                <a:gd name="csX2" fmla="*/ 556260 w 6202680"/>
                <a:gd name="csY2" fmla="*/ 701040 h 2263140"/>
                <a:gd name="csX3" fmla="*/ 1181100 w 6202680"/>
                <a:gd name="csY3" fmla="*/ 693420 h 2263140"/>
                <a:gd name="csX4" fmla="*/ 1181100 w 6202680"/>
                <a:gd name="csY4" fmla="*/ 861060 h 2263140"/>
                <a:gd name="csX5" fmla="*/ 2034540 w 6202680"/>
                <a:gd name="csY5" fmla="*/ 868680 h 2263140"/>
                <a:gd name="csX6" fmla="*/ 2034540 w 6202680"/>
                <a:gd name="csY6" fmla="*/ 1783080 h 2263140"/>
                <a:gd name="csX7" fmla="*/ 3825240 w 6202680"/>
                <a:gd name="csY7" fmla="*/ 1783080 h 2263140"/>
                <a:gd name="csX8" fmla="*/ 3840480 w 6202680"/>
                <a:gd name="csY8" fmla="*/ 2247900 h 2263140"/>
                <a:gd name="csX9" fmla="*/ 5013960 w 6202680"/>
                <a:gd name="csY9" fmla="*/ 2263140 h 2263140"/>
                <a:gd name="csX10" fmla="*/ 5013960 w 6202680"/>
                <a:gd name="csY10" fmla="*/ 1805940 h 2263140"/>
                <a:gd name="csX11" fmla="*/ 5707380 w 6202680"/>
                <a:gd name="csY11" fmla="*/ 1798320 h 2263140"/>
                <a:gd name="csX12" fmla="*/ 5669280 w 6202680"/>
                <a:gd name="csY12" fmla="*/ 419100 h 2263140"/>
                <a:gd name="csX13" fmla="*/ 6202680 w 6202680"/>
                <a:gd name="csY13" fmla="*/ 396240 h 2263140"/>
                <a:gd name="csX14" fmla="*/ 6187440 w 6202680"/>
                <a:gd name="csY14" fmla="*/ 0 h 2263140"/>
                <a:gd name="csX15" fmla="*/ 6179820 w 6202680"/>
                <a:gd name="csY15" fmla="*/ 0 h 2263140"/>
                <a:gd name="csX0" fmla="*/ 0 w 6202680"/>
                <a:gd name="csY0" fmla="*/ 381000 h 2263140"/>
                <a:gd name="csX1" fmla="*/ 556260 w 6202680"/>
                <a:gd name="csY1" fmla="*/ 381000 h 2263140"/>
                <a:gd name="csX2" fmla="*/ 556260 w 6202680"/>
                <a:gd name="csY2" fmla="*/ 701040 h 2263140"/>
                <a:gd name="csX3" fmla="*/ 1181100 w 6202680"/>
                <a:gd name="csY3" fmla="*/ 693420 h 2263140"/>
                <a:gd name="csX4" fmla="*/ 1181100 w 6202680"/>
                <a:gd name="csY4" fmla="*/ 861060 h 2263140"/>
                <a:gd name="csX5" fmla="*/ 2034540 w 6202680"/>
                <a:gd name="csY5" fmla="*/ 868680 h 2263140"/>
                <a:gd name="csX6" fmla="*/ 2034540 w 6202680"/>
                <a:gd name="csY6" fmla="*/ 1783080 h 2263140"/>
                <a:gd name="csX7" fmla="*/ 3825240 w 6202680"/>
                <a:gd name="csY7" fmla="*/ 1783080 h 2263140"/>
                <a:gd name="csX8" fmla="*/ 3840480 w 6202680"/>
                <a:gd name="csY8" fmla="*/ 2247900 h 2263140"/>
                <a:gd name="csX9" fmla="*/ 5013960 w 6202680"/>
                <a:gd name="csY9" fmla="*/ 2263140 h 2263140"/>
                <a:gd name="csX10" fmla="*/ 5013960 w 6202680"/>
                <a:gd name="csY10" fmla="*/ 1805940 h 2263140"/>
                <a:gd name="csX11" fmla="*/ 5707380 w 6202680"/>
                <a:gd name="csY11" fmla="*/ 1798320 h 2263140"/>
                <a:gd name="csX12" fmla="*/ 5676900 w 6202680"/>
                <a:gd name="csY12" fmla="*/ 419100 h 2263140"/>
                <a:gd name="csX13" fmla="*/ 6202680 w 6202680"/>
                <a:gd name="csY13" fmla="*/ 396240 h 2263140"/>
                <a:gd name="csX14" fmla="*/ 6187440 w 6202680"/>
                <a:gd name="csY14" fmla="*/ 0 h 2263140"/>
                <a:gd name="csX15" fmla="*/ 6179820 w 6202680"/>
                <a:gd name="csY15" fmla="*/ 0 h 2263140"/>
                <a:gd name="csX0" fmla="*/ 0 w 6202680"/>
                <a:gd name="csY0" fmla="*/ 381000 h 2247900"/>
                <a:gd name="csX1" fmla="*/ 556260 w 6202680"/>
                <a:gd name="csY1" fmla="*/ 381000 h 2247900"/>
                <a:gd name="csX2" fmla="*/ 556260 w 6202680"/>
                <a:gd name="csY2" fmla="*/ 701040 h 2247900"/>
                <a:gd name="csX3" fmla="*/ 1181100 w 6202680"/>
                <a:gd name="csY3" fmla="*/ 693420 h 2247900"/>
                <a:gd name="csX4" fmla="*/ 1181100 w 6202680"/>
                <a:gd name="csY4" fmla="*/ 861060 h 2247900"/>
                <a:gd name="csX5" fmla="*/ 2034540 w 6202680"/>
                <a:gd name="csY5" fmla="*/ 868680 h 2247900"/>
                <a:gd name="csX6" fmla="*/ 2034540 w 6202680"/>
                <a:gd name="csY6" fmla="*/ 1783080 h 2247900"/>
                <a:gd name="csX7" fmla="*/ 3825240 w 6202680"/>
                <a:gd name="csY7" fmla="*/ 1783080 h 2247900"/>
                <a:gd name="csX8" fmla="*/ 3840480 w 6202680"/>
                <a:gd name="csY8" fmla="*/ 2247900 h 2247900"/>
                <a:gd name="csX9" fmla="*/ 5224975 w 6202680"/>
                <a:gd name="csY9" fmla="*/ 2245555 h 2247900"/>
                <a:gd name="csX10" fmla="*/ 5013960 w 6202680"/>
                <a:gd name="csY10" fmla="*/ 1805940 h 2247900"/>
                <a:gd name="csX11" fmla="*/ 5707380 w 6202680"/>
                <a:gd name="csY11" fmla="*/ 1798320 h 2247900"/>
                <a:gd name="csX12" fmla="*/ 5676900 w 6202680"/>
                <a:gd name="csY12" fmla="*/ 419100 h 2247900"/>
                <a:gd name="csX13" fmla="*/ 6202680 w 6202680"/>
                <a:gd name="csY13" fmla="*/ 396240 h 2247900"/>
                <a:gd name="csX14" fmla="*/ 6187440 w 6202680"/>
                <a:gd name="csY14" fmla="*/ 0 h 2247900"/>
                <a:gd name="csX15" fmla="*/ 6179820 w 6202680"/>
                <a:gd name="csY15" fmla="*/ 0 h 2247900"/>
                <a:gd name="csX0" fmla="*/ 0 w 6202680"/>
                <a:gd name="csY0" fmla="*/ 381000 h 2247900"/>
                <a:gd name="csX1" fmla="*/ 556260 w 6202680"/>
                <a:gd name="csY1" fmla="*/ 381000 h 2247900"/>
                <a:gd name="csX2" fmla="*/ 556260 w 6202680"/>
                <a:gd name="csY2" fmla="*/ 701040 h 2247900"/>
                <a:gd name="csX3" fmla="*/ 1181100 w 6202680"/>
                <a:gd name="csY3" fmla="*/ 693420 h 2247900"/>
                <a:gd name="csX4" fmla="*/ 1181100 w 6202680"/>
                <a:gd name="csY4" fmla="*/ 861060 h 2247900"/>
                <a:gd name="csX5" fmla="*/ 2034540 w 6202680"/>
                <a:gd name="csY5" fmla="*/ 868680 h 2247900"/>
                <a:gd name="csX6" fmla="*/ 2034540 w 6202680"/>
                <a:gd name="csY6" fmla="*/ 1783080 h 2247900"/>
                <a:gd name="csX7" fmla="*/ 3825240 w 6202680"/>
                <a:gd name="csY7" fmla="*/ 1783080 h 2247900"/>
                <a:gd name="csX8" fmla="*/ 3840480 w 6202680"/>
                <a:gd name="csY8" fmla="*/ 2247900 h 2247900"/>
                <a:gd name="csX9" fmla="*/ 5224975 w 6202680"/>
                <a:gd name="csY9" fmla="*/ 2245555 h 2247900"/>
                <a:gd name="csX10" fmla="*/ 5268937 w 6202680"/>
                <a:gd name="csY10" fmla="*/ 1805940 h 2247900"/>
                <a:gd name="csX11" fmla="*/ 5707380 w 6202680"/>
                <a:gd name="csY11" fmla="*/ 1798320 h 2247900"/>
                <a:gd name="csX12" fmla="*/ 5676900 w 6202680"/>
                <a:gd name="csY12" fmla="*/ 419100 h 2247900"/>
                <a:gd name="csX13" fmla="*/ 6202680 w 6202680"/>
                <a:gd name="csY13" fmla="*/ 396240 h 2247900"/>
                <a:gd name="csX14" fmla="*/ 6187440 w 6202680"/>
                <a:gd name="csY14" fmla="*/ 0 h 2247900"/>
                <a:gd name="csX15" fmla="*/ 6179820 w 6202680"/>
                <a:gd name="csY15" fmla="*/ 0 h 2247900"/>
                <a:gd name="csX0" fmla="*/ 0 w 6202680"/>
                <a:gd name="csY0" fmla="*/ 381000 h 2247900"/>
                <a:gd name="csX1" fmla="*/ 556260 w 6202680"/>
                <a:gd name="csY1" fmla="*/ 381000 h 2247900"/>
                <a:gd name="csX2" fmla="*/ 556260 w 6202680"/>
                <a:gd name="csY2" fmla="*/ 701040 h 2247900"/>
                <a:gd name="csX3" fmla="*/ 1181100 w 6202680"/>
                <a:gd name="csY3" fmla="*/ 693420 h 2247900"/>
                <a:gd name="csX4" fmla="*/ 1181100 w 6202680"/>
                <a:gd name="csY4" fmla="*/ 861060 h 2247900"/>
                <a:gd name="csX5" fmla="*/ 2034540 w 6202680"/>
                <a:gd name="csY5" fmla="*/ 868680 h 2247900"/>
                <a:gd name="csX6" fmla="*/ 2034540 w 6202680"/>
                <a:gd name="csY6" fmla="*/ 1783080 h 2247900"/>
                <a:gd name="csX7" fmla="*/ 3825240 w 6202680"/>
                <a:gd name="csY7" fmla="*/ 1783080 h 2247900"/>
                <a:gd name="csX8" fmla="*/ 3840480 w 6202680"/>
                <a:gd name="csY8" fmla="*/ 2247900 h 2247900"/>
                <a:gd name="csX9" fmla="*/ 5224975 w 6202680"/>
                <a:gd name="csY9" fmla="*/ 2245555 h 2247900"/>
                <a:gd name="csX10" fmla="*/ 5230837 w 6202680"/>
                <a:gd name="csY10" fmla="*/ 1796415 h 2247900"/>
                <a:gd name="csX11" fmla="*/ 5707380 w 6202680"/>
                <a:gd name="csY11" fmla="*/ 1798320 h 2247900"/>
                <a:gd name="csX12" fmla="*/ 5676900 w 6202680"/>
                <a:gd name="csY12" fmla="*/ 419100 h 2247900"/>
                <a:gd name="csX13" fmla="*/ 6202680 w 6202680"/>
                <a:gd name="csY13" fmla="*/ 396240 h 2247900"/>
                <a:gd name="csX14" fmla="*/ 6187440 w 6202680"/>
                <a:gd name="csY14" fmla="*/ 0 h 2247900"/>
                <a:gd name="csX15" fmla="*/ 6179820 w 6202680"/>
                <a:gd name="csY15" fmla="*/ 0 h 2247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6202680" h="2247900">
                  <a:moveTo>
                    <a:pt x="0" y="381000"/>
                  </a:moveTo>
                  <a:lnTo>
                    <a:pt x="556260" y="381000"/>
                  </a:lnTo>
                  <a:lnTo>
                    <a:pt x="556260" y="701040"/>
                  </a:lnTo>
                  <a:lnTo>
                    <a:pt x="1181100" y="693420"/>
                  </a:lnTo>
                  <a:lnTo>
                    <a:pt x="1181100" y="861060"/>
                  </a:lnTo>
                  <a:lnTo>
                    <a:pt x="2034540" y="868680"/>
                  </a:lnTo>
                  <a:lnTo>
                    <a:pt x="2034540" y="1783080"/>
                  </a:lnTo>
                  <a:lnTo>
                    <a:pt x="3825240" y="1783080"/>
                  </a:lnTo>
                  <a:lnTo>
                    <a:pt x="3840480" y="2247900"/>
                  </a:lnTo>
                  <a:lnTo>
                    <a:pt x="5224975" y="2245555"/>
                  </a:lnTo>
                  <a:lnTo>
                    <a:pt x="5230837" y="1796415"/>
                  </a:lnTo>
                  <a:lnTo>
                    <a:pt x="5707380" y="1798320"/>
                  </a:lnTo>
                  <a:lnTo>
                    <a:pt x="5676900" y="419100"/>
                  </a:lnTo>
                  <a:lnTo>
                    <a:pt x="6202680" y="396240"/>
                  </a:lnTo>
                  <a:lnTo>
                    <a:pt x="6187440" y="0"/>
                  </a:lnTo>
                  <a:lnTo>
                    <a:pt x="6179820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96" name="Forme libre : forme 95">
            <a:extLst>
              <a:ext uri="{FF2B5EF4-FFF2-40B4-BE49-F238E27FC236}">
                <a16:creationId xmlns:a16="http://schemas.microsoft.com/office/drawing/2014/main" id="{DD7EE243-9B21-9F08-C5D3-5A3B9241A030}"/>
              </a:ext>
            </a:extLst>
          </p:cNvPr>
          <p:cNvSpPr/>
          <p:nvPr/>
        </p:nvSpPr>
        <p:spPr>
          <a:xfrm>
            <a:off x="1440181" y="4815840"/>
            <a:ext cx="5950634" cy="961390"/>
          </a:xfrm>
          <a:custGeom>
            <a:avLst/>
            <a:gdLst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19300 w 5234940"/>
              <a:gd name="csY3" fmla="*/ 312420 h 967740"/>
              <a:gd name="csX4" fmla="*/ 2065020 w 5234940"/>
              <a:gd name="csY4" fmla="*/ 640080 h 967740"/>
              <a:gd name="csX5" fmla="*/ 2529840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40380 w 5234940"/>
              <a:gd name="csY8" fmla="*/ 335280 h 967740"/>
              <a:gd name="csX9" fmla="*/ 3505200 w 5234940"/>
              <a:gd name="csY9" fmla="*/ 342900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472940 w 5234940"/>
              <a:gd name="csY14" fmla="*/ 297180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19300 w 5234940"/>
              <a:gd name="csY3" fmla="*/ 312420 h 967740"/>
              <a:gd name="csX4" fmla="*/ 2065020 w 5234940"/>
              <a:gd name="csY4" fmla="*/ 640080 h 967740"/>
              <a:gd name="csX5" fmla="*/ 2529840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40380 w 5234940"/>
              <a:gd name="csY8" fmla="*/ 335280 h 967740"/>
              <a:gd name="csX9" fmla="*/ 3505200 w 5234940"/>
              <a:gd name="csY9" fmla="*/ 342900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39615 w 5234940"/>
              <a:gd name="csY14" fmla="*/ 940118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19300 w 5234940"/>
              <a:gd name="csY3" fmla="*/ 312420 h 967740"/>
              <a:gd name="csX4" fmla="*/ 2065020 w 5234940"/>
              <a:gd name="csY4" fmla="*/ 640080 h 967740"/>
              <a:gd name="csX5" fmla="*/ 2529840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40380 w 5234940"/>
              <a:gd name="csY8" fmla="*/ 335280 h 967740"/>
              <a:gd name="csX9" fmla="*/ 3505200 w 5234940"/>
              <a:gd name="csY9" fmla="*/ 342900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44378 w 5234940"/>
              <a:gd name="csY14" fmla="*/ 954405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19300 w 5234940"/>
              <a:gd name="csY3" fmla="*/ 312420 h 967740"/>
              <a:gd name="csX4" fmla="*/ 2065020 w 5234940"/>
              <a:gd name="csY4" fmla="*/ 640080 h 967740"/>
              <a:gd name="csX5" fmla="*/ 2529840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40380 w 5234940"/>
              <a:gd name="csY8" fmla="*/ 335280 h 967740"/>
              <a:gd name="csX9" fmla="*/ 3505200 w 5234940"/>
              <a:gd name="csY9" fmla="*/ 328612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44378 w 5234940"/>
              <a:gd name="csY14" fmla="*/ 954405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19300 w 5234940"/>
              <a:gd name="csY3" fmla="*/ 312420 h 967740"/>
              <a:gd name="csX4" fmla="*/ 2065020 w 5234940"/>
              <a:gd name="csY4" fmla="*/ 640080 h 967740"/>
              <a:gd name="csX5" fmla="*/ 2529840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21330 w 5234940"/>
              <a:gd name="csY8" fmla="*/ 306705 h 967740"/>
              <a:gd name="csX9" fmla="*/ 3505200 w 5234940"/>
              <a:gd name="csY9" fmla="*/ 328612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44378 w 5234940"/>
              <a:gd name="csY14" fmla="*/ 954405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19300 w 5234940"/>
              <a:gd name="csY3" fmla="*/ 312420 h 967740"/>
              <a:gd name="csX4" fmla="*/ 2065020 w 5234940"/>
              <a:gd name="csY4" fmla="*/ 640080 h 967740"/>
              <a:gd name="csX5" fmla="*/ 2515552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21330 w 5234940"/>
              <a:gd name="csY8" fmla="*/ 306705 h 967740"/>
              <a:gd name="csX9" fmla="*/ 3505200 w 5234940"/>
              <a:gd name="csY9" fmla="*/ 328612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44378 w 5234940"/>
              <a:gd name="csY14" fmla="*/ 954405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52638 w 5234940"/>
              <a:gd name="csY3" fmla="*/ 298133 h 967740"/>
              <a:gd name="csX4" fmla="*/ 2065020 w 5234940"/>
              <a:gd name="csY4" fmla="*/ 640080 h 967740"/>
              <a:gd name="csX5" fmla="*/ 2515552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21330 w 5234940"/>
              <a:gd name="csY8" fmla="*/ 306705 h 967740"/>
              <a:gd name="csX9" fmla="*/ 3505200 w 5234940"/>
              <a:gd name="csY9" fmla="*/ 328612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44378 w 5234940"/>
              <a:gd name="csY14" fmla="*/ 954405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234940"/>
              <a:gd name="csY0" fmla="*/ 640080 h 967740"/>
              <a:gd name="csX1" fmla="*/ 1470660 w 5234940"/>
              <a:gd name="csY1" fmla="*/ 647700 h 967740"/>
              <a:gd name="csX2" fmla="*/ 1470660 w 5234940"/>
              <a:gd name="csY2" fmla="*/ 304800 h 967740"/>
              <a:gd name="csX3" fmla="*/ 2052638 w 5234940"/>
              <a:gd name="csY3" fmla="*/ 298133 h 967740"/>
              <a:gd name="csX4" fmla="*/ 2065020 w 5234940"/>
              <a:gd name="csY4" fmla="*/ 640080 h 967740"/>
              <a:gd name="csX5" fmla="*/ 2515552 w 5234940"/>
              <a:gd name="csY5" fmla="*/ 624840 h 967740"/>
              <a:gd name="csX6" fmla="*/ 2529840 w 5234940"/>
              <a:gd name="csY6" fmla="*/ 960120 h 967740"/>
              <a:gd name="csX7" fmla="*/ 3032760 w 5234940"/>
              <a:gd name="csY7" fmla="*/ 960120 h 967740"/>
              <a:gd name="csX8" fmla="*/ 3021330 w 5234940"/>
              <a:gd name="csY8" fmla="*/ 306705 h 967740"/>
              <a:gd name="csX9" fmla="*/ 3514725 w 5234940"/>
              <a:gd name="csY9" fmla="*/ 304800 h 967740"/>
              <a:gd name="csX10" fmla="*/ 3497580 w 5234940"/>
              <a:gd name="csY10" fmla="*/ 0 h 967740"/>
              <a:gd name="csX11" fmla="*/ 3840480 w 5234940"/>
              <a:gd name="csY11" fmla="*/ 0 h 967740"/>
              <a:gd name="csX12" fmla="*/ 3855720 w 5234940"/>
              <a:gd name="csY12" fmla="*/ 624840 h 967740"/>
              <a:gd name="csX13" fmla="*/ 4526280 w 5234940"/>
              <a:gd name="csY13" fmla="*/ 640080 h 967740"/>
              <a:gd name="csX14" fmla="*/ 4544378 w 5234940"/>
              <a:gd name="csY14" fmla="*/ 954405 h 967740"/>
              <a:gd name="csX15" fmla="*/ 5234940 w 5234940"/>
              <a:gd name="csY15" fmla="*/ 967740 h 967740"/>
              <a:gd name="csX16" fmla="*/ 5212080 w 5234940"/>
              <a:gd name="csY16" fmla="*/ 632460 h 967740"/>
              <a:gd name="csX0" fmla="*/ 0 w 5801165"/>
              <a:gd name="csY0" fmla="*/ 640080 h 975360"/>
              <a:gd name="csX1" fmla="*/ 1470660 w 5801165"/>
              <a:gd name="csY1" fmla="*/ 647700 h 975360"/>
              <a:gd name="csX2" fmla="*/ 1470660 w 5801165"/>
              <a:gd name="csY2" fmla="*/ 304800 h 975360"/>
              <a:gd name="csX3" fmla="*/ 2052638 w 5801165"/>
              <a:gd name="csY3" fmla="*/ 298133 h 975360"/>
              <a:gd name="csX4" fmla="*/ 2065020 w 5801165"/>
              <a:gd name="csY4" fmla="*/ 640080 h 975360"/>
              <a:gd name="csX5" fmla="*/ 2515552 w 5801165"/>
              <a:gd name="csY5" fmla="*/ 624840 h 975360"/>
              <a:gd name="csX6" fmla="*/ 2529840 w 5801165"/>
              <a:gd name="csY6" fmla="*/ 960120 h 975360"/>
              <a:gd name="csX7" fmla="*/ 3032760 w 5801165"/>
              <a:gd name="csY7" fmla="*/ 960120 h 975360"/>
              <a:gd name="csX8" fmla="*/ 3021330 w 5801165"/>
              <a:gd name="csY8" fmla="*/ 306705 h 975360"/>
              <a:gd name="csX9" fmla="*/ 3514725 w 5801165"/>
              <a:gd name="csY9" fmla="*/ 304800 h 975360"/>
              <a:gd name="csX10" fmla="*/ 3497580 w 5801165"/>
              <a:gd name="csY10" fmla="*/ 0 h 975360"/>
              <a:gd name="csX11" fmla="*/ 3840480 w 5801165"/>
              <a:gd name="csY11" fmla="*/ 0 h 975360"/>
              <a:gd name="csX12" fmla="*/ 3855720 w 5801165"/>
              <a:gd name="csY12" fmla="*/ 624840 h 975360"/>
              <a:gd name="csX13" fmla="*/ 4526280 w 5801165"/>
              <a:gd name="csY13" fmla="*/ 640080 h 975360"/>
              <a:gd name="csX14" fmla="*/ 4544378 w 5801165"/>
              <a:gd name="csY14" fmla="*/ 954405 h 975360"/>
              <a:gd name="csX15" fmla="*/ 5234940 w 5801165"/>
              <a:gd name="csY15" fmla="*/ 967740 h 975360"/>
              <a:gd name="csX16" fmla="*/ 5801165 w 5801165"/>
              <a:gd name="csY16" fmla="*/ 975360 h 975360"/>
              <a:gd name="csX0" fmla="*/ 0 w 5950634"/>
              <a:gd name="csY0" fmla="*/ 640080 h 967740"/>
              <a:gd name="csX1" fmla="*/ 1470660 w 5950634"/>
              <a:gd name="csY1" fmla="*/ 647700 h 967740"/>
              <a:gd name="csX2" fmla="*/ 1470660 w 5950634"/>
              <a:gd name="csY2" fmla="*/ 304800 h 967740"/>
              <a:gd name="csX3" fmla="*/ 2052638 w 5950634"/>
              <a:gd name="csY3" fmla="*/ 298133 h 967740"/>
              <a:gd name="csX4" fmla="*/ 2065020 w 5950634"/>
              <a:gd name="csY4" fmla="*/ 640080 h 967740"/>
              <a:gd name="csX5" fmla="*/ 2515552 w 5950634"/>
              <a:gd name="csY5" fmla="*/ 624840 h 967740"/>
              <a:gd name="csX6" fmla="*/ 2529840 w 5950634"/>
              <a:gd name="csY6" fmla="*/ 960120 h 967740"/>
              <a:gd name="csX7" fmla="*/ 3032760 w 5950634"/>
              <a:gd name="csY7" fmla="*/ 960120 h 967740"/>
              <a:gd name="csX8" fmla="*/ 3021330 w 5950634"/>
              <a:gd name="csY8" fmla="*/ 306705 h 967740"/>
              <a:gd name="csX9" fmla="*/ 3514725 w 5950634"/>
              <a:gd name="csY9" fmla="*/ 304800 h 967740"/>
              <a:gd name="csX10" fmla="*/ 3497580 w 5950634"/>
              <a:gd name="csY10" fmla="*/ 0 h 967740"/>
              <a:gd name="csX11" fmla="*/ 3840480 w 5950634"/>
              <a:gd name="csY11" fmla="*/ 0 h 967740"/>
              <a:gd name="csX12" fmla="*/ 3855720 w 5950634"/>
              <a:gd name="csY12" fmla="*/ 624840 h 967740"/>
              <a:gd name="csX13" fmla="*/ 4526280 w 5950634"/>
              <a:gd name="csY13" fmla="*/ 640080 h 967740"/>
              <a:gd name="csX14" fmla="*/ 4544378 w 5950634"/>
              <a:gd name="csY14" fmla="*/ 954405 h 967740"/>
              <a:gd name="csX15" fmla="*/ 5234940 w 5950634"/>
              <a:gd name="csY15" fmla="*/ 967740 h 967740"/>
              <a:gd name="csX16" fmla="*/ 5950634 w 5950634"/>
              <a:gd name="csY16" fmla="*/ 966568 h 967740"/>
              <a:gd name="csX0" fmla="*/ 0 w 5950634"/>
              <a:gd name="csY0" fmla="*/ 640080 h 967740"/>
              <a:gd name="csX1" fmla="*/ 1470660 w 5950634"/>
              <a:gd name="csY1" fmla="*/ 647700 h 967740"/>
              <a:gd name="csX2" fmla="*/ 1470660 w 5950634"/>
              <a:gd name="csY2" fmla="*/ 304800 h 967740"/>
              <a:gd name="csX3" fmla="*/ 2052638 w 5950634"/>
              <a:gd name="csY3" fmla="*/ 298133 h 967740"/>
              <a:gd name="csX4" fmla="*/ 2065020 w 5950634"/>
              <a:gd name="csY4" fmla="*/ 640080 h 967740"/>
              <a:gd name="csX5" fmla="*/ 2515552 w 5950634"/>
              <a:gd name="csY5" fmla="*/ 624840 h 967740"/>
              <a:gd name="csX6" fmla="*/ 2529840 w 5950634"/>
              <a:gd name="csY6" fmla="*/ 960120 h 967740"/>
              <a:gd name="csX7" fmla="*/ 3032760 w 5950634"/>
              <a:gd name="csY7" fmla="*/ 960120 h 967740"/>
              <a:gd name="csX8" fmla="*/ 3021330 w 5950634"/>
              <a:gd name="csY8" fmla="*/ 306705 h 967740"/>
              <a:gd name="csX9" fmla="*/ 3514725 w 5950634"/>
              <a:gd name="csY9" fmla="*/ 304800 h 967740"/>
              <a:gd name="csX10" fmla="*/ 3497580 w 5950634"/>
              <a:gd name="csY10" fmla="*/ 0 h 967740"/>
              <a:gd name="csX11" fmla="*/ 3840480 w 5950634"/>
              <a:gd name="csY11" fmla="*/ 0 h 967740"/>
              <a:gd name="csX12" fmla="*/ 3855720 w 5950634"/>
              <a:gd name="csY12" fmla="*/ 624840 h 967740"/>
              <a:gd name="csX13" fmla="*/ 4526280 w 5950634"/>
              <a:gd name="csY13" fmla="*/ 640080 h 967740"/>
              <a:gd name="csX14" fmla="*/ 4544378 w 5950634"/>
              <a:gd name="csY14" fmla="*/ 954405 h 967740"/>
              <a:gd name="csX15" fmla="*/ 5234940 w 5950634"/>
              <a:gd name="csY15" fmla="*/ 967740 h 967740"/>
              <a:gd name="csX16" fmla="*/ 5950634 w 5950634"/>
              <a:gd name="csY16" fmla="*/ 948984 h 967740"/>
              <a:gd name="csX0" fmla="*/ 0 w 5950634"/>
              <a:gd name="csY0" fmla="*/ 640080 h 961390"/>
              <a:gd name="csX1" fmla="*/ 1470660 w 5950634"/>
              <a:gd name="csY1" fmla="*/ 647700 h 961390"/>
              <a:gd name="csX2" fmla="*/ 1470660 w 5950634"/>
              <a:gd name="csY2" fmla="*/ 304800 h 961390"/>
              <a:gd name="csX3" fmla="*/ 2052638 w 5950634"/>
              <a:gd name="csY3" fmla="*/ 298133 h 961390"/>
              <a:gd name="csX4" fmla="*/ 2065020 w 5950634"/>
              <a:gd name="csY4" fmla="*/ 640080 h 961390"/>
              <a:gd name="csX5" fmla="*/ 2515552 w 5950634"/>
              <a:gd name="csY5" fmla="*/ 624840 h 961390"/>
              <a:gd name="csX6" fmla="*/ 2529840 w 5950634"/>
              <a:gd name="csY6" fmla="*/ 960120 h 961390"/>
              <a:gd name="csX7" fmla="*/ 3032760 w 5950634"/>
              <a:gd name="csY7" fmla="*/ 960120 h 961390"/>
              <a:gd name="csX8" fmla="*/ 3021330 w 5950634"/>
              <a:gd name="csY8" fmla="*/ 306705 h 961390"/>
              <a:gd name="csX9" fmla="*/ 3514725 w 5950634"/>
              <a:gd name="csY9" fmla="*/ 304800 h 961390"/>
              <a:gd name="csX10" fmla="*/ 3497580 w 5950634"/>
              <a:gd name="csY10" fmla="*/ 0 h 961390"/>
              <a:gd name="csX11" fmla="*/ 3840480 w 5950634"/>
              <a:gd name="csY11" fmla="*/ 0 h 961390"/>
              <a:gd name="csX12" fmla="*/ 3855720 w 5950634"/>
              <a:gd name="csY12" fmla="*/ 624840 h 961390"/>
              <a:gd name="csX13" fmla="*/ 4526280 w 5950634"/>
              <a:gd name="csY13" fmla="*/ 640080 h 961390"/>
              <a:gd name="csX14" fmla="*/ 4544378 w 5950634"/>
              <a:gd name="csY14" fmla="*/ 954405 h 961390"/>
              <a:gd name="csX15" fmla="*/ 5234940 w 5950634"/>
              <a:gd name="csY15" fmla="*/ 961390 h 961390"/>
              <a:gd name="csX16" fmla="*/ 5950634 w 5950634"/>
              <a:gd name="csY16" fmla="*/ 948984 h 96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50634" h="961390">
                <a:moveTo>
                  <a:pt x="0" y="640080"/>
                </a:moveTo>
                <a:lnTo>
                  <a:pt x="1470660" y="647700"/>
                </a:lnTo>
                <a:lnTo>
                  <a:pt x="1470660" y="304800"/>
                </a:lnTo>
                <a:lnTo>
                  <a:pt x="2052638" y="298133"/>
                </a:lnTo>
                <a:lnTo>
                  <a:pt x="2065020" y="640080"/>
                </a:lnTo>
                <a:lnTo>
                  <a:pt x="2515552" y="624840"/>
                </a:lnTo>
                <a:lnTo>
                  <a:pt x="2529840" y="960120"/>
                </a:lnTo>
                <a:lnTo>
                  <a:pt x="3032760" y="960120"/>
                </a:lnTo>
                <a:lnTo>
                  <a:pt x="3021330" y="306705"/>
                </a:lnTo>
                <a:lnTo>
                  <a:pt x="3514725" y="304800"/>
                </a:lnTo>
                <a:lnTo>
                  <a:pt x="3497580" y="0"/>
                </a:lnTo>
                <a:lnTo>
                  <a:pt x="3840480" y="0"/>
                </a:lnTo>
                <a:lnTo>
                  <a:pt x="3855720" y="624840"/>
                </a:lnTo>
                <a:lnTo>
                  <a:pt x="4526280" y="640080"/>
                </a:lnTo>
                <a:lnTo>
                  <a:pt x="4544378" y="954405"/>
                </a:lnTo>
                <a:lnTo>
                  <a:pt x="5234940" y="961390"/>
                </a:lnTo>
                <a:lnTo>
                  <a:pt x="5950634" y="948984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05A46F4A-1C71-C66A-76F6-8B9D241D9335}"/>
              </a:ext>
            </a:extLst>
          </p:cNvPr>
          <p:cNvSpPr/>
          <p:nvPr/>
        </p:nvSpPr>
        <p:spPr>
          <a:xfrm>
            <a:off x="6606678" y="5709402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3669FF8-533E-E9D9-61E4-A451337DEEB1}"/>
              </a:ext>
            </a:extLst>
          </p:cNvPr>
          <p:cNvSpPr txBox="1"/>
          <p:nvPr/>
        </p:nvSpPr>
        <p:spPr>
          <a:xfrm>
            <a:off x="1380648" y="916430"/>
            <a:ext cx="455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t&gt;10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1E9B7DA9-FBDB-1C6A-09A3-BDBDF97937A0}"/>
              </a:ext>
            </a:extLst>
          </p:cNvPr>
          <p:cNvSpPr txBox="1"/>
          <p:nvPr/>
        </p:nvSpPr>
        <p:spPr>
          <a:xfrm>
            <a:off x="1733119" y="1565458"/>
            <a:ext cx="455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t&gt;30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C9102966-832C-250A-6B28-57F935A72C4C}"/>
              </a:ext>
            </a:extLst>
          </p:cNvPr>
          <p:cNvSpPr txBox="1"/>
          <p:nvPr/>
        </p:nvSpPr>
        <p:spPr>
          <a:xfrm>
            <a:off x="2330888" y="1768066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y&lt;-100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6B9023A-953D-9823-325D-46D21C2E31B4}"/>
              </a:ext>
            </a:extLst>
          </p:cNvPr>
          <p:cNvSpPr txBox="1"/>
          <p:nvPr/>
        </p:nvSpPr>
        <p:spPr>
          <a:xfrm>
            <a:off x="5060949" y="2235228"/>
            <a:ext cx="333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e2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FE814B4-2334-3C98-8BB3-19B840892E10}"/>
              </a:ext>
            </a:extLst>
          </p:cNvPr>
          <p:cNvSpPr txBox="1"/>
          <p:nvPr/>
        </p:nvSpPr>
        <p:spPr>
          <a:xfrm>
            <a:off x="2600261" y="4733843"/>
            <a:ext cx="455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t&gt;40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9546B9E3-4C8A-0627-03DC-267110B14286}"/>
              </a:ext>
            </a:extLst>
          </p:cNvPr>
          <p:cNvSpPr txBox="1"/>
          <p:nvPr/>
        </p:nvSpPr>
        <p:spPr>
          <a:xfrm>
            <a:off x="3143996" y="4876264"/>
            <a:ext cx="859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y&lt;-495 (e1)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FB5C3E1E-BF20-036E-D3F7-F175F0411460}"/>
              </a:ext>
            </a:extLst>
          </p:cNvPr>
          <p:cNvSpPr txBox="1"/>
          <p:nvPr/>
        </p:nvSpPr>
        <p:spPr>
          <a:xfrm>
            <a:off x="3759349" y="5206533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e1+5  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6FAEB7B-1CAE-1463-1ABB-E7BB1B2EFDE4}"/>
              </a:ext>
            </a:extLst>
          </p:cNvPr>
          <p:cNvSpPr txBox="1"/>
          <p:nvPr/>
        </p:nvSpPr>
        <p:spPr>
          <a:xfrm>
            <a:off x="5334687" y="4541118"/>
            <a:ext cx="8228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5 s  (e2)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C7D6DF06-58FF-0B06-B4E2-972AA4D54C3D}"/>
              </a:ext>
            </a:extLst>
          </p:cNvPr>
          <p:cNvSpPr txBox="1"/>
          <p:nvPr/>
        </p:nvSpPr>
        <p:spPr>
          <a:xfrm>
            <a:off x="6414392" y="5821761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e2+25  (e3)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822A596B-CD37-AF4D-27FA-0C5DC791DF2A}"/>
              </a:ext>
            </a:extLst>
          </p:cNvPr>
          <p:cNvSpPr txBox="1"/>
          <p:nvPr/>
        </p:nvSpPr>
        <p:spPr>
          <a:xfrm>
            <a:off x="5778645" y="5175107"/>
            <a:ext cx="554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2+15s</a:t>
            </a:r>
          </a:p>
        </p:txBody>
      </p: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C2C09513-5CFE-94F4-E457-146B4ACBF851}"/>
              </a:ext>
            </a:extLst>
          </p:cNvPr>
          <p:cNvCxnSpPr>
            <a:cxnSpLocks/>
            <a:stCxn id="96" idx="11"/>
            <a:endCxn id="88" idx="8"/>
          </p:cNvCxnSpPr>
          <p:nvPr/>
        </p:nvCxnSpPr>
        <p:spPr>
          <a:xfrm flipH="1" flipV="1">
            <a:off x="5254313" y="3036951"/>
            <a:ext cx="26348" cy="177888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ZoneTexte 115">
            <a:extLst>
              <a:ext uri="{FF2B5EF4-FFF2-40B4-BE49-F238E27FC236}">
                <a16:creationId xmlns:a16="http://schemas.microsoft.com/office/drawing/2014/main" id="{DA27BD86-8ACA-FF82-4A82-5554F1D582AC}"/>
              </a:ext>
            </a:extLst>
          </p:cNvPr>
          <p:cNvSpPr txBox="1"/>
          <p:nvPr/>
        </p:nvSpPr>
        <p:spPr>
          <a:xfrm>
            <a:off x="4175457" y="5785241"/>
            <a:ext cx="6174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e1+15  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13FC8AAE-FE83-18A5-7C72-E006C3F8D6AD}"/>
              </a:ext>
            </a:extLst>
          </p:cNvPr>
          <p:cNvSpPr txBox="1"/>
          <p:nvPr/>
        </p:nvSpPr>
        <p:spPr>
          <a:xfrm>
            <a:off x="4594254" y="5119256"/>
            <a:ext cx="6174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e1+25  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B5B24F3B-001B-7026-69AD-C17B06B97311}"/>
              </a:ext>
            </a:extLst>
          </p:cNvPr>
          <p:cNvSpPr txBox="1"/>
          <p:nvPr/>
        </p:nvSpPr>
        <p:spPr>
          <a:xfrm>
            <a:off x="4175457" y="5785241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e1+15 s 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545353EB-1FE5-682A-3D15-548C4F1EFB93}"/>
              </a:ext>
            </a:extLst>
          </p:cNvPr>
          <p:cNvSpPr txBox="1"/>
          <p:nvPr/>
        </p:nvSpPr>
        <p:spPr>
          <a:xfrm>
            <a:off x="6414392" y="2240898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 e3</a:t>
            </a:r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76DA238C-20BF-3310-E6D5-77B586A9D8D5}"/>
              </a:ext>
            </a:extLst>
          </p:cNvPr>
          <p:cNvSpPr/>
          <p:nvPr/>
        </p:nvSpPr>
        <p:spPr>
          <a:xfrm>
            <a:off x="7317106" y="5376438"/>
            <a:ext cx="131350" cy="1280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146224E4-A68D-E444-5E2D-E4A06A8ABFFB}"/>
              </a:ext>
            </a:extLst>
          </p:cNvPr>
          <p:cNvCxnSpPr>
            <a:cxnSpLocks/>
            <a:stCxn id="96" idx="16"/>
            <a:endCxn id="120" idx="4"/>
          </p:cNvCxnSpPr>
          <p:nvPr/>
        </p:nvCxnSpPr>
        <p:spPr>
          <a:xfrm flipH="1" flipV="1">
            <a:off x="7382781" y="5504451"/>
            <a:ext cx="8034" cy="2603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77924554-0D6E-4CA5-3AF5-C73AA6C23C4B}"/>
              </a:ext>
            </a:extLst>
          </p:cNvPr>
          <p:cNvCxnSpPr>
            <a:cxnSpLocks/>
            <a:endCxn id="88" idx="9"/>
          </p:cNvCxnSpPr>
          <p:nvPr/>
        </p:nvCxnSpPr>
        <p:spPr>
          <a:xfrm flipH="1" flipV="1">
            <a:off x="6638808" y="3034606"/>
            <a:ext cx="22172" cy="271591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ZoneTexte 129">
            <a:extLst>
              <a:ext uri="{FF2B5EF4-FFF2-40B4-BE49-F238E27FC236}">
                <a16:creationId xmlns:a16="http://schemas.microsoft.com/office/drawing/2014/main" id="{8C4ADC17-8F6D-7440-2B61-6263F2E4E480}"/>
              </a:ext>
            </a:extLst>
          </p:cNvPr>
          <p:cNvSpPr txBox="1"/>
          <p:nvPr/>
        </p:nvSpPr>
        <p:spPr>
          <a:xfrm>
            <a:off x="6708201" y="89532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y&gt;10 e4)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08B2429B-26D9-FB56-71B3-69ED768F43FA}"/>
              </a:ext>
            </a:extLst>
          </p:cNvPr>
          <p:cNvSpPr txBox="1"/>
          <p:nvPr/>
        </p:nvSpPr>
        <p:spPr>
          <a:xfrm>
            <a:off x="3179359" y="2616603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y&lt;-100</a:t>
            </a:r>
          </a:p>
        </p:txBody>
      </p:sp>
    </p:spTree>
    <p:extLst>
      <p:ext uri="{BB962C8B-B14F-4D97-AF65-F5344CB8AC3E}">
        <p14:creationId xmlns:p14="http://schemas.microsoft.com/office/powerpoint/2010/main" val="401596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ZoneTexte 97">
            <a:extLst>
              <a:ext uri="{FF2B5EF4-FFF2-40B4-BE49-F238E27FC236}">
                <a16:creationId xmlns:a16="http://schemas.microsoft.com/office/drawing/2014/main" id="{05056830-4B9E-7702-B84B-ABC2749E5E9D}"/>
              </a:ext>
            </a:extLst>
          </p:cNvPr>
          <p:cNvSpPr txBox="1"/>
          <p:nvPr/>
        </p:nvSpPr>
        <p:spPr>
          <a:xfrm>
            <a:off x="930379" y="1537902"/>
            <a:ext cx="1040310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200" b="1" dirty="0">
                <a:cs typeface="Cordia New" panose="020B0502040204020203" pitchFamily="34" charset="-34"/>
              </a:rPr>
              <a:t>Fy :   (t&gt;10;-25) (t&gt;30:-50) (y&lt;-100:-75) (y&lt;-495:0) (:e1)  (:0)                                                                                      (e2:-5) (y&gt;-500:e3) (:0)      (e3&gt;15:+50 )  (:e4)  (y&gt;10:15)    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B03DA91D-DDD5-25E7-A77B-48A5BED48250}"/>
              </a:ext>
            </a:extLst>
          </p:cNvPr>
          <p:cNvSpPr txBox="1"/>
          <p:nvPr/>
        </p:nvSpPr>
        <p:spPr>
          <a:xfrm>
            <a:off x="991925" y="2033151"/>
            <a:ext cx="911499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200" b="1" dirty="0">
                <a:cs typeface="Cordia New" panose="020B0502040204020203" pitchFamily="34" charset="-34"/>
              </a:rPr>
              <a:t>Fx :    (t &gt;40;5)                                                                          (e1&gt;10:0) (e1&gt;5:-5) (e1&gt;15:5) (1L25:10) (e1&gt;30:0) (:e2)                    (e3:5)          (e3+15:0)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45B383E-6C20-5F0D-5F29-6E3D4FF61498}"/>
              </a:ext>
            </a:extLst>
          </p:cNvPr>
          <p:cNvSpPr txBox="1"/>
          <p:nvPr/>
        </p:nvSpPr>
        <p:spPr>
          <a:xfrm>
            <a:off x="9889740" y="971535"/>
            <a:ext cx="125547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sz="1200" b="1" dirty="0">
              <a:cs typeface="Cordia New" panose="020B0502040204020203" pitchFamily="34" charset="-3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2EE419-0229-F2D9-E4D6-789D779D2A15}"/>
              </a:ext>
            </a:extLst>
          </p:cNvPr>
          <p:cNvSpPr txBox="1"/>
          <p:nvPr/>
        </p:nvSpPr>
        <p:spPr>
          <a:xfrm>
            <a:off x="930379" y="971535"/>
            <a:ext cx="1040310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200" b="1" dirty="0">
                <a:cs typeface="Cordia New" panose="020B0502040204020203" pitchFamily="34" charset="-34"/>
              </a:rPr>
              <a:t>Bat:                                                                                                                                                                                                                                                                                  (e4:1 )  (l&lt;10:0)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B6FA143-C330-FC38-DEFA-0FEC621E1069}"/>
              </a:ext>
            </a:extLst>
          </p:cNvPr>
          <p:cNvSpPr txBox="1"/>
          <p:nvPr/>
        </p:nvSpPr>
        <p:spPr>
          <a:xfrm>
            <a:off x="9828194" y="3058243"/>
            <a:ext cx="125547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sz="1200" b="1" dirty="0">
              <a:cs typeface="Cordia New" panose="020B0502040204020203" pitchFamily="34" charset="-34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070B28-386D-2ABE-8FBE-25D32304C599}"/>
              </a:ext>
            </a:extLst>
          </p:cNvPr>
          <p:cNvSpPr txBox="1"/>
          <p:nvPr/>
        </p:nvSpPr>
        <p:spPr>
          <a:xfrm>
            <a:off x="930379" y="4459851"/>
            <a:ext cx="11904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effectLst/>
              </a:rPr>
              <a:t>(t&gt;10:-25) (t&gt;30:-50) (y&lt;-100:-75) (y&lt;-495:0) (:e1) (:0) (e2:-5) (y&gt;-500:e3) (:0) (e3&gt;15:+50 ) (:e4) (y&gt;10:15) 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FF83484-603D-7474-6544-3C777B4FFBF6}"/>
              </a:ext>
            </a:extLst>
          </p:cNvPr>
          <p:cNvSpPr txBox="1"/>
          <p:nvPr/>
        </p:nvSpPr>
        <p:spPr>
          <a:xfrm>
            <a:off x="930379" y="3715838"/>
            <a:ext cx="8581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effectLst/>
              </a:rPr>
              <a:t>(t &gt;40:5) (e1&gt;10:0) (e1&gt;5:-5) (e1&gt;15:5</a:t>
            </a:r>
            <a:r>
              <a:rPr lang="fr-FR">
                <a:effectLst/>
              </a:rPr>
              <a:t>) (e1&gt;25:10</a:t>
            </a:r>
            <a:r>
              <a:rPr lang="fr-FR" dirty="0">
                <a:effectLst/>
              </a:rPr>
              <a:t>) (e1&gt;30:0) (:e2) (e3:5) (e3&gt;15:0)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F4E043-04D0-9AE2-23F0-8955EE496941}"/>
              </a:ext>
            </a:extLst>
          </p:cNvPr>
          <p:cNvSpPr txBox="1"/>
          <p:nvPr/>
        </p:nvSpPr>
        <p:spPr>
          <a:xfrm>
            <a:off x="930379" y="3045008"/>
            <a:ext cx="6418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(e4:1 )  (l&lt;10:0)</a:t>
            </a:r>
          </a:p>
        </p:txBody>
      </p:sp>
    </p:spTree>
    <p:extLst>
      <p:ext uri="{BB962C8B-B14F-4D97-AF65-F5344CB8AC3E}">
        <p14:creationId xmlns:p14="http://schemas.microsoft.com/office/powerpoint/2010/main" val="21085491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265</Words>
  <Application>Microsoft Office PowerPoint</Application>
  <PresentationFormat>Grand écran</PresentationFormat>
  <Paragraphs>33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Cordia New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1</cp:revision>
  <dcterms:created xsi:type="dcterms:W3CDTF">2026-02-06T09:00:20Z</dcterms:created>
  <dcterms:modified xsi:type="dcterms:W3CDTF">2026-02-06T12:22:19Z</dcterms:modified>
</cp:coreProperties>
</file>