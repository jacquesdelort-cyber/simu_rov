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s Delort" userId="338bbbaa6367577a" providerId="LiveId" clId="{7E1C5C86-B4BD-43D0-B1C7-FDA1768F286B}"/>
    <pc:docChg chg="addSld modSld">
      <pc:chgData name="Jacques Delort" userId="338bbbaa6367577a" providerId="LiveId" clId="{7E1C5C86-B4BD-43D0-B1C7-FDA1768F286B}" dt="2026-01-08T13:41:38.126" v="3" actId="962"/>
      <pc:docMkLst>
        <pc:docMk/>
      </pc:docMkLst>
      <pc:sldChg chg="addSp modSp new mod">
        <pc:chgData name="Jacques Delort" userId="338bbbaa6367577a" providerId="LiveId" clId="{7E1C5C86-B4BD-43D0-B1C7-FDA1768F286B}" dt="2026-01-08T13:41:38.126" v="3" actId="962"/>
        <pc:sldMkLst>
          <pc:docMk/>
          <pc:sldMk cId="1674078744" sldId="256"/>
        </pc:sldMkLst>
        <pc:picChg chg="add mod">
          <ac:chgData name="Jacques Delort" userId="338bbbaa6367577a" providerId="LiveId" clId="{7E1C5C86-B4BD-43D0-B1C7-FDA1768F286B}" dt="2026-01-08T13:41:38.126" v="3" actId="962"/>
          <ac:picMkLst>
            <pc:docMk/>
            <pc:sldMk cId="1674078744" sldId="256"/>
            <ac:picMk id="5" creationId="{FD4E2A67-549A-790E-C2C4-FF2731A64FF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96679A-16D0-598D-113E-BBA1B2296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6D49B40-BE4D-75AE-95EA-44C52D972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27697E-37B4-10E0-5EFF-85AAF8C8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A9183-A913-48EF-BC86-0A58C86B015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E57722-0ABD-EDA9-8B3F-2B60944E4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1190FD-62DF-D57D-5CF8-6CD1036E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A38A-817A-4A5A-B947-3941AC13C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666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F31497-BE57-1825-2E4F-F3B3731E2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0AFAD1-58E0-482E-3F79-272748E79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725CB8-5F3D-11BA-6A7D-8C6A8E7F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A9183-A913-48EF-BC86-0A58C86B015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2D8D84-5F42-FA2B-1057-0A0E0585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3671AE-BF8D-C845-14A3-F31BA4DA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A38A-817A-4A5A-B947-3941AC13C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2860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FD7E8B-F332-8B77-11DE-79A7B48C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25BDE6-F9C2-24AE-E960-5001E733E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6D99B8-F8E8-F1E1-4A22-F0635B42D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A9183-A913-48EF-BC86-0A58C86B015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CE2443-4803-481D-7803-D0B3B459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A50F2B-2672-70B4-9933-A84337AF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A38A-817A-4A5A-B947-3941AC13C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849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6DC4ED-FDE2-D764-0449-EFE20C8B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F71EA5-F06B-C6DE-A059-41A7B7FC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9E406FE-4AF8-2030-4804-B277F643B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0D4E1F-9BD7-D5BC-CF4E-613AA99F5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A9183-A913-48EF-BC86-0A58C86B015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B5D3CA-AF10-BDC4-84C9-7F9461A1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73E766B-3D06-8F35-2B19-92ADA7E6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A38A-817A-4A5A-B947-3941AC13C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10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104DC8-E5A1-0F7A-E894-146F9BBE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403F22-3FDA-CB17-B67A-99459E60F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699915-1DB3-CA17-DDDC-CFD4BFB27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5BBBC65-C54D-01ED-2D81-B6E3CD703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3859E41-DC00-673F-9CD5-C979E2266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BEEE3C8-6165-0C67-B79E-075FD2D17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A9183-A913-48EF-BC86-0A58C86B015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5E001E9-94DB-FF86-CF62-CE1856721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D6AECB-1129-5863-3331-386DEF54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A38A-817A-4A5A-B947-3941AC13C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1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92AFED-0288-87EB-6AF0-25812B22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7A03960-7715-9BEC-33A4-048AAA5B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A9183-A913-48EF-BC86-0A58C86B015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7B1D31F-5BC3-23C0-8D96-D45B981C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008028-D75B-225F-AF60-EF0F07A4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A38A-817A-4A5A-B947-3941AC13C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1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5196C0F-D702-2F9A-A968-D8A85AB7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A9183-A913-48EF-BC86-0A58C86B015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615809F-A92E-3FD4-6A92-7C358B4A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B7A895-1EB3-2CFE-7D6C-E8F78701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A38A-817A-4A5A-B947-3941AC13C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23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20B725-8FDA-CF99-7F51-ECAE0ADA1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4F25D0-F161-3CE7-3E38-9119ED804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D5C39D-0A81-3B9A-C347-C2C87BA06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7E67A4-CDAD-8D38-CA02-125EBC76E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A9183-A913-48EF-BC86-0A58C86B015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0545A3-3439-2EB3-1D29-B118CCC9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AC175C-6422-A220-67D0-4B813E86C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A38A-817A-4A5A-B947-3941AC13C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1148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6933BF-A438-FC02-9B1C-7504189A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61CA7E3-1A99-BB34-3340-E8736A3A3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4C71A4D-8378-99D0-2FB9-6E931FC23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CCD307-0183-1B9E-76E2-3A1AD3D8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A9183-A913-48EF-BC86-0A58C86B015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248603-099B-0398-C58F-89CF01562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8DBD72-23CA-C7DC-52C5-C321E84A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A38A-817A-4A5A-B947-3941AC13C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900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E2C8AF-9E87-2F54-3D41-15FA10A2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772AC9-176F-8CD7-B4F4-53E928A60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29D258-7311-2E37-F3B6-59A8C0DD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A9183-A913-48EF-BC86-0A58C86B015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E30844-F9D3-D26E-6640-D649B8E2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E2E0FD-709B-F6CD-7B47-729CF968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A38A-817A-4A5A-B947-3941AC13C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07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DEADBFA-2145-5A33-4779-87840AEE6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528428-5961-BFD5-A4A9-6409E7C0D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10807A-BBAF-326D-8410-09393ECF0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A9183-A913-48EF-BC86-0A58C86B015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C8ADC7-4DC4-AE58-E05A-501D987F8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922D9F-25DB-7239-3539-B30C65B27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A38A-817A-4A5A-B947-3941AC13C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789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A87D1B8-150E-6935-4ADA-57C2E056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B8FB6A-6646-A418-9A6E-02A0E31A2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191F62-872E-5F25-F797-DC038ED16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A9183-A913-48EF-BC86-0A58C86B015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53C552-DCB4-A77D-F59F-BB0B90935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1ADAB2-8159-C14B-4101-B99D58F53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9A38A-817A-4A5A-B947-3941AC13C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36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173C9C-D320-E7E5-C4EA-6255F7C3E3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437E74C-63A6-42E3-7CA6-0E87DCBCD2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capture d’écran, texte, Logiciel multimédia, logiciel&#10;&#10;Le contenu généré par l’IA peut être incorrect.">
            <a:extLst>
              <a:ext uri="{FF2B5EF4-FFF2-40B4-BE49-F238E27FC236}">
                <a16:creationId xmlns:a16="http://schemas.microsoft.com/office/drawing/2014/main" id="{FD4E2A67-549A-790E-C2C4-FF2731A64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583"/>
            <a:ext cx="12192000" cy="573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0787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Jacques Delort</dc:creator>
  <cp:lastModifiedBy>Jacques Delort</cp:lastModifiedBy>
  <cp:revision>1</cp:revision>
  <dcterms:created xsi:type="dcterms:W3CDTF">2026-01-08T13:41:33Z</dcterms:created>
  <dcterms:modified xsi:type="dcterms:W3CDTF">2026-01-08T13:41:39Z</dcterms:modified>
</cp:coreProperties>
</file>