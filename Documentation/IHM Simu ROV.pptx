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3" r:id="rId3"/>
    <p:sldId id="260" r:id="rId4"/>
    <p:sldId id="257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CC8C1-A48E-4DBF-9D80-BC80F6692625}" v="11" dt="2026-01-27T15:52:22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>
      <p:cViewPr>
        <p:scale>
          <a:sx n="100" d="100"/>
          <a:sy n="100" d="100"/>
        </p:scale>
        <p:origin x="16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29EEF4E2-F752-45CC-A7DF-F1AD94B64117}"/>
    <pc:docChg chg="undo custSel addSld delSld modSld sldOrd">
      <pc:chgData name="Jacques Delort" userId="338bbbaa6367577a" providerId="LiveId" clId="{29EEF4E2-F752-45CC-A7DF-F1AD94B64117}" dt="2026-01-27T15:57:24.056" v="1214" actId="478"/>
      <pc:docMkLst>
        <pc:docMk/>
      </pc:docMkLst>
      <pc:sldChg chg="addSp delSp modSp mod ord">
        <pc:chgData name="Jacques Delort" userId="338bbbaa6367577a" providerId="LiveId" clId="{29EEF4E2-F752-45CC-A7DF-F1AD94B64117}" dt="2026-01-27T15:50:46.231" v="976" actId="1076"/>
        <pc:sldMkLst>
          <pc:docMk/>
          <pc:sldMk cId="2275099670" sldId="257"/>
        </pc:sldMkLst>
        <pc:spChg chg="add mod">
          <ac:chgData name="Jacques Delort" userId="338bbbaa6367577a" providerId="LiveId" clId="{29EEF4E2-F752-45CC-A7DF-F1AD94B64117}" dt="2026-01-27T15:50:43.517" v="975" actId="20577"/>
          <ac:spMkLst>
            <pc:docMk/>
            <pc:sldMk cId="2275099670" sldId="257"/>
            <ac:spMk id="2" creationId="{704B9678-E7B3-4C8D-EF07-B15C0C7945D7}"/>
          </ac:spMkLst>
        </pc:spChg>
        <pc:spChg chg="del">
          <ac:chgData name="Jacques Delort" userId="338bbbaa6367577a" providerId="LiveId" clId="{29EEF4E2-F752-45CC-A7DF-F1AD94B64117}" dt="2026-01-27T15:15:31.416" v="1" actId="478"/>
          <ac:spMkLst>
            <pc:docMk/>
            <pc:sldMk cId="2275099670" sldId="257"/>
            <ac:spMk id="2" creationId="{D25BCFA2-8905-6F98-B627-17FD18784F97}"/>
          </ac:spMkLst>
        </pc:spChg>
        <pc:spChg chg="del">
          <ac:chgData name="Jacques Delort" userId="338bbbaa6367577a" providerId="LiveId" clId="{29EEF4E2-F752-45CC-A7DF-F1AD94B64117}" dt="2026-01-27T15:15:27.415" v="0" actId="478"/>
          <ac:spMkLst>
            <pc:docMk/>
            <pc:sldMk cId="2275099670" sldId="257"/>
            <ac:spMk id="4" creationId="{6A5DEFF1-78AA-A3BC-5AE7-FA4AF55DA7F2}"/>
          </ac:spMkLst>
        </pc:spChg>
        <pc:spChg chg="add del">
          <ac:chgData name="Jacques Delort" userId="338bbbaa6367577a" providerId="LiveId" clId="{29EEF4E2-F752-45CC-A7DF-F1AD94B64117}" dt="2026-01-27T15:16:09.183" v="3" actId="22"/>
          <ac:spMkLst>
            <pc:docMk/>
            <pc:sldMk cId="2275099670" sldId="257"/>
            <ac:spMk id="5" creationId="{D3448E1D-E7DA-5FEE-2BEF-F5A70C86F864}"/>
          </ac:spMkLst>
        </pc:spChg>
        <pc:spChg chg="del">
          <ac:chgData name="Jacques Delort" userId="338bbbaa6367577a" providerId="LiveId" clId="{29EEF4E2-F752-45CC-A7DF-F1AD94B64117}" dt="2026-01-27T15:15:27.415" v="0" actId="478"/>
          <ac:spMkLst>
            <pc:docMk/>
            <pc:sldMk cId="2275099670" sldId="257"/>
            <ac:spMk id="7" creationId="{FFAEDB22-42A8-2461-0968-CEF05EA17A5E}"/>
          </ac:spMkLst>
        </pc:spChg>
        <pc:spChg chg="del">
          <ac:chgData name="Jacques Delort" userId="338bbbaa6367577a" providerId="LiveId" clId="{29EEF4E2-F752-45CC-A7DF-F1AD94B64117}" dt="2026-01-27T15:15:27.415" v="0" actId="478"/>
          <ac:spMkLst>
            <pc:docMk/>
            <pc:sldMk cId="2275099670" sldId="257"/>
            <ac:spMk id="8" creationId="{EF69C154-F164-1532-3438-A9A0BE8A4C6B}"/>
          </ac:spMkLst>
        </pc:spChg>
        <pc:spChg chg="del">
          <ac:chgData name="Jacques Delort" userId="338bbbaa6367577a" providerId="LiveId" clId="{29EEF4E2-F752-45CC-A7DF-F1AD94B64117}" dt="2026-01-27T15:15:27.415" v="0" actId="478"/>
          <ac:spMkLst>
            <pc:docMk/>
            <pc:sldMk cId="2275099670" sldId="257"/>
            <ac:spMk id="9" creationId="{6356A14E-3AFF-2C06-91CB-332EE1FFF222}"/>
          </ac:spMkLst>
        </pc:spChg>
        <pc:spChg chg="add del">
          <ac:chgData name="Jacques Delort" userId="338bbbaa6367577a" providerId="LiveId" clId="{29EEF4E2-F752-45CC-A7DF-F1AD94B64117}" dt="2026-01-27T15:16:31.542" v="5" actId="22"/>
          <ac:spMkLst>
            <pc:docMk/>
            <pc:sldMk cId="2275099670" sldId="257"/>
            <ac:spMk id="10" creationId="{A5BAF493-A78F-D6C5-76AD-5F97954A9E6C}"/>
          </ac:spMkLst>
        </pc:spChg>
        <pc:spChg chg="add del">
          <ac:chgData name="Jacques Delort" userId="338bbbaa6367577a" providerId="LiveId" clId="{29EEF4E2-F752-45CC-A7DF-F1AD94B64117}" dt="2026-01-27T15:17:01.179" v="7" actId="22"/>
          <ac:spMkLst>
            <pc:docMk/>
            <pc:sldMk cId="2275099670" sldId="257"/>
            <ac:spMk id="12" creationId="{A5CE39A0-A1AE-F37F-C45C-F7DA15A615FA}"/>
          </ac:spMkLst>
        </pc:spChg>
        <pc:spChg chg="add del">
          <ac:chgData name="Jacques Delort" userId="338bbbaa6367577a" providerId="LiveId" clId="{29EEF4E2-F752-45CC-A7DF-F1AD94B64117}" dt="2026-01-27T15:17:48.715" v="11" actId="478"/>
          <ac:spMkLst>
            <pc:docMk/>
            <pc:sldMk cId="2275099670" sldId="257"/>
            <ac:spMk id="14" creationId="{2DFE2E52-DA22-DF6D-76F4-4C1279C17054}"/>
          </ac:spMkLst>
        </pc:spChg>
        <pc:spChg chg="add del">
          <ac:chgData name="Jacques Delort" userId="338bbbaa6367577a" providerId="LiveId" clId="{29EEF4E2-F752-45CC-A7DF-F1AD94B64117}" dt="2026-01-27T15:17:46.114" v="10" actId="22"/>
          <ac:spMkLst>
            <pc:docMk/>
            <pc:sldMk cId="2275099670" sldId="257"/>
            <ac:spMk id="16" creationId="{E9037438-9529-7531-29D2-9BD0F1FF58AB}"/>
          </ac:spMkLst>
        </pc:spChg>
        <pc:picChg chg="add del mod">
          <ac:chgData name="Jacques Delort" userId="338bbbaa6367577a" providerId="LiveId" clId="{29EEF4E2-F752-45CC-A7DF-F1AD94B64117}" dt="2026-01-27T15:19:24.886" v="15" actId="22"/>
          <ac:picMkLst>
            <pc:docMk/>
            <pc:sldMk cId="2275099670" sldId="257"/>
            <ac:picMk id="18" creationId="{FB45F7B5-F03F-6FF2-B801-026E9F28A5E4}"/>
          </ac:picMkLst>
        </pc:picChg>
        <pc:picChg chg="add mod">
          <ac:chgData name="Jacques Delort" userId="338bbbaa6367577a" providerId="LiveId" clId="{29EEF4E2-F752-45CC-A7DF-F1AD94B64117}" dt="2026-01-27T15:50:46.231" v="976" actId="1076"/>
          <ac:picMkLst>
            <pc:docMk/>
            <pc:sldMk cId="2275099670" sldId="257"/>
            <ac:picMk id="20" creationId="{44E3B92F-85D4-737E-C9BF-79453428A1EC}"/>
          </ac:picMkLst>
        </pc:picChg>
      </pc:sldChg>
      <pc:sldChg chg="del">
        <pc:chgData name="Jacques Delort" userId="338bbbaa6367577a" providerId="LiveId" clId="{29EEF4E2-F752-45CC-A7DF-F1AD94B64117}" dt="2026-01-27T15:37:29.934" v="23" actId="47"/>
        <pc:sldMkLst>
          <pc:docMk/>
          <pc:sldMk cId="4124213541" sldId="258"/>
        </pc:sldMkLst>
      </pc:sldChg>
      <pc:sldChg chg="del">
        <pc:chgData name="Jacques Delort" userId="338bbbaa6367577a" providerId="LiveId" clId="{29EEF4E2-F752-45CC-A7DF-F1AD94B64117}" dt="2026-01-27T15:39:22.477" v="30" actId="47"/>
        <pc:sldMkLst>
          <pc:docMk/>
          <pc:sldMk cId="1208669632" sldId="259"/>
        </pc:sldMkLst>
      </pc:sldChg>
      <pc:sldChg chg="addSp modSp new mod">
        <pc:chgData name="Jacques Delort" userId="338bbbaa6367577a" providerId="LiveId" clId="{29EEF4E2-F752-45CC-A7DF-F1AD94B64117}" dt="2026-01-27T15:50:30.394" v="956" actId="1076"/>
        <pc:sldMkLst>
          <pc:docMk/>
          <pc:sldMk cId="648149146" sldId="260"/>
        </pc:sldMkLst>
        <pc:spChg chg="add mod">
          <ac:chgData name="Jacques Delort" userId="338bbbaa6367577a" providerId="LiveId" clId="{29EEF4E2-F752-45CC-A7DF-F1AD94B64117}" dt="2026-01-27T15:42:10.019" v="124" actId="20577"/>
          <ac:spMkLst>
            <pc:docMk/>
            <pc:sldMk cId="648149146" sldId="260"/>
            <ac:spMk id="6" creationId="{521F6FE3-9AB8-EA80-4A97-694A1613F1DF}"/>
          </ac:spMkLst>
        </pc:spChg>
        <pc:spChg chg="add mod">
          <ac:chgData name="Jacques Delort" userId="338bbbaa6367577a" providerId="LiveId" clId="{29EEF4E2-F752-45CC-A7DF-F1AD94B64117}" dt="2026-01-27T15:49:19.108" v="892" actId="1076"/>
          <ac:spMkLst>
            <pc:docMk/>
            <pc:sldMk cId="648149146" sldId="260"/>
            <ac:spMk id="7" creationId="{0B0DE505-FA5A-0294-4A97-33A8541BFB1E}"/>
          </ac:spMkLst>
        </pc:spChg>
        <pc:spChg chg="add mod">
          <ac:chgData name="Jacques Delort" userId="338bbbaa6367577a" providerId="LiveId" clId="{29EEF4E2-F752-45CC-A7DF-F1AD94B64117}" dt="2026-01-27T15:49:44.850" v="896" actId="767"/>
          <ac:spMkLst>
            <pc:docMk/>
            <pc:sldMk cId="648149146" sldId="260"/>
            <ac:spMk id="10" creationId="{E505A3D7-DC9B-9FBE-5FD1-F341FF5A85E7}"/>
          </ac:spMkLst>
        </pc:spChg>
        <pc:spChg chg="add mod">
          <ac:chgData name="Jacques Delort" userId="338bbbaa6367577a" providerId="LiveId" clId="{29EEF4E2-F752-45CC-A7DF-F1AD94B64117}" dt="2026-01-27T15:50:30.394" v="956" actId="1076"/>
          <ac:spMkLst>
            <pc:docMk/>
            <pc:sldMk cId="648149146" sldId="260"/>
            <ac:spMk id="11" creationId="{611B30E3-C319-C8A9-C2C1-DCF4269390DA}"/>
          </ac:spMkLst>
        </pc:spChg>
        <pc:picChg chg="add mod">
          <ac:chgData name="Jacques Delort" userId="338bbbaa6367577a" providerId="LiveId" clId="{29EEF4E2-F752-45CC-A7DF-F1AD94B64117}" dt="2026-01-27T15:37:12.322" v="22" actId="962"/>
          <ac:picMkLst>
            <pc:docMk/>
            <pc:sldMk cId="648149146" sldId="260"/>
            <ac:picMk id="5" creationId="{75592FD0-D24B-25F4-977E-1C8ECB98C676}"/>
          </ac:picMkLst>
        </pc:picChg>
        <pc:cxnChg chg="add mod">
          <ac:chgData name="Jacques Delort" userId="338bbbaa6367577a" providerId="LiveId" clId="{29EEF4E2-F752-45CC-A7DF-F1AD94B64117}" dt="2026-01-27T15:49:29.910" v="894" actId="208"/>
          <ac:cxnSpMkLst>
            <pc:docMk/>
            <pc:sldMk cId="648149146" sldId="260"/>
            <ac:cxnSpMk id="9" creationId="{8B8BD462-3B40-26DF-AB61-54C10A693847}"/>
          </ac:cxnSpMkLst>
        </pc:cxnChg>
      </pc:sldChg>
      <pc:sldChg chg="addSp delSp modSp new mod ord">
        <pc:chgData name="Jacques Delort" userId="338bbbaa6367577a" providerId="LiveId" clId="{29EEF4E2-F752-45CC-A7DF-F1AD94B64117}" dt="2026-01-27T15:57:24.056" v="1214" actId="478"/>
        <pc:sldMkLst>
          <pc:docMk/>
          <pc:sldMk cId="559019341" sldId="261"/>
        </pc:sldMkLst>
        <pc:spChg chg="del">
          <ac:chgData name="Jacques Delort" userId="338bbbaa6367577a" providerId="LiveId" clId="{29EEF4E2-F752-45CC-A7DF-F1AD94B64117}" dt="2026-01-27T15:57:24.056" v="1214" actId="478"/>
          <ac:spMkLst>
            <pc:docMk/>
            <pc:sldMk cId="559019341" sldId="261"/>
            <ac:spMk id="2" creationId="{F953F583-AB28-30F8-7C43-7F59E51C7D5E}"/>
          </ac:spMkLst>
        </pc:spChg>
        <pc:spChg chg="del">
          <ac:chgData name="Jacques Delort" userId="338bbbaa6367577a" providerId="LiveId" clId="{29EEF4E2-F752-45CC-A7DF-F1AD94B64117}" dt="2026-01-27T15:57:19.991" v="1213" actId="478"/>
          <ac:spMkLst>
            <pc:docMk/>
            <pc:sldMk cId="559019341" sldId="261"/>
            <ac:spMk id="3" creationId="{54EBCD59-FDCF-08A9-52E3-D3D343339BB2}"/>
          </ac:spMkLst>
        </pc:spChg>
        <pc:spChg chg="add mod">
          <ac:chgData name="Jacques Delort" userId="338bbbaa6367577a" providerId="LiveId" clId="{29EEF4E2-F752-45CC-A7DF-F1AD94B64117}" dt="2026-01-27T15:41:41.459" v="81" actId="207"/>
          <ac:spMkLst>
            <pc:docMk/>
            <pc:sldMk cId="559019341" sldId="261"/>
            <ac:spMk id="6" creationId="{C3483596-61FF-6A8C-CA85-A83542F2BC32}"/>
          </ac:spMkLst>
        </pc:spChg>
        <pc:spChg chg="add mod">
          <ac:chgData name="Jacques Delort" userId="338bbbaa6367577a" providerId="LiveId" clId="{29EEF4E2-F752-45CC-A7DF-F1AD94B64117}" dt="2026-01-27T15:43:10.971" v="197" actId="1076"/>
          <ac:spMkLst>
            <pc:docMk/>
            <pc:sldMk cId="559019341" sldId="261"/>
            <ac:spMk id="7" creationId="{B156C7FD-CDDF-72ED-4EC4-CF1B2A40CB24}"/>
          </ac:spMkLst>
        </pc:spChg>
        <pc:spChg chg="add mod">
          <ac:chgData name="Jacques Delort" userId="338bbbaa6367577a" providerId="LiveId" clId="{29EEF4E2-F752-45CC-A7DF-F1AD94B64117}" dt="2026-01-27T15:45:15.241" v="415" actId="313"/>
          <ac:spMkLst>
            <pc:docMk/>
            <pc:sldMk cId="559019341" sldId="261"/>
            <ac:spMk id="11" creationId="{6AD41E75-9663-316B-B434-B385B7AF9075}"/>
          </ac:spMkLst>
        </pc:spChg>
        <pc:spChg chg="add mod">
          <ac:chgData name="Jacques Delort" userId="338bbbaa6367577a" providerId="LiveId" clId="{29EEF4E2-F752-45CC-A7DF-F1AD94B64117}" dt="2026-01-27T15:46:39.396" v="596" actId="14100"/>
          <ac:spMkLst>
            <pc:docMk/>
            <pc:sldMk cId="559019341" sldId="261"/>
            <ac:spMk id="12" creationId="{6502E005-59EA-30F8-59E5-54665FF67869}"/>
          </ac:spMkLst>
        </pc:spChg>
        <pc:picChg chg="add del mod">
          <ac:chgData name="Jacques Delort" userId="338bbbaa6367577a" providerId="LiveId" clId="{29EEF4E2-F752-45CC-A7DF-F1AD94B64117}" dt="2026-01-27T15:57:11.009" v="1208" actId="478"/>
          <ac:picMkLst>
            <pc:docMk/>
            <pc:sldMk cId="559019341" sldId="261"/>
            <ac:picMk id="5" creationId="{D3349A48-AD54-4320-EB05-35A39AC6A249}"/>
          </ac:picMkLst>
        </pc:picChg>
        <pc:picChg chg="add mod ord">
          <ac:chgData name="Jacques Delort" userId="338bbbaa6367577a" providerId="LiveId" clId="{29EEF4E2-F752-45CC-A7DF-F1AD94B64117}" dt="2026-01-27T15:57:16.412" v="1212" actId="167"/>
          <ac:picMkLst>
            <pc:docMk/>
            <pc:sldMk cId="559019341" sldId="261"/>
            <ac:picMk id="14" creationId="{673774B8-AE6C-F89D-E3B7-5CF706E3E38A}"/>
          </ac:picMkLst>
        </pc:picChg>
        <pc:cxnChg chg="add mod">
          <ac:chgData name="Jacques Delort" userId="338bbbaa6367577a" providerId="LiveId" clId="{29EEF4E2-F752-45CC-A7DF-F1AD94B64117}" dt="2026-01-27T15:43:26.493" v="200" actId="14100"/>
          <ac:cxnSpMkLst>
            <pc:docMk/>
            <pc:sldMk cId="559019341" sldId="261"/>
            <ac:cxnSpMk id="9" creationId="{5DD625A3-C5B4-3C81-7E81-96CC69F9F222}"/>
          </ac:cxnSpMkLst>
        </pc:cxnChg>
      </pc:sldChg>
      <pc:sldChg chg="addSp modSp new mod">
        <pc:chgData name="Jacques Delort" userId="338bbbaa6367577a" providerId="LiveId" clId="{29EEF4E2-F752-45CC-A7DF-F1AD94B64117}" dt="2026-01-27T15:54:22.542" v="1199" actId="207"/>
        <pc:sldMkLst>
          <pc:docMk/>
          <pc:sldMk cId="26284289" sldId="262"/>
        </pc:sldMkLst>
        <pc:spChg chg="add mod">
          <ac:chgData name="Jacques Delort" userId="338bbbaa6367577a" providerId="LiveId" clId="{29EEF4E2-F752-45CC-A7DF-F1AD94B64117}" dt="2026-01-27T15:54:22.542" v="1199" actId="207"/>
          <ac:spMkLst>
            <pc:docMk/>
            <pc:sldMk cId="26284289" sldId="262"/>
            <ac:spMk id="6" creationId="{B3148C8D-6ECB-18D9-177B-F25D048D0FF6}"/>
          </ac:spMkLst>
        </pc:spChg>
        <pc:picChg chg="add mod">
          <ac:chgData name="Jacques Delort" userId="338bbbaa6367577a" providerId="LiveId" clId="{29EEF4E2-F752-45CC-A7DF-F1AD94B64117}" dt="2026-01-27T15:52:15.609" v="980" actId="962"/>
          <ac:picMkLst>
            <pc:docMk/>
            <pc:sldMk cId="26284289" sldId="262"/>
            <ac:picMk id="5" creationId="{27B4675B-3E7F-3DAB-45F4-C557C98A71D9}"/>
          </ac:picMkLst>
        </pc:picChg>
      </pc:sldChg>
      <pc:sldChg chg="addSp modSp new mod ord">
        <pc:chgData name="Jacques Delort" userId="338bbbaa6367577a" providerId="LiveId" clId="{29EEF4E2-F752-45CC-A7DF-F1AD94B64117}" dt="2026-01-27T15:56:46.851" v="1207"/>
        <pc:sldMkLst>
          <pc:docMk/>
          <pc:sldMk cId="1762768852" sldId="263"/>
        </pc:sldMkLst>
        <pc:picChg chg="add mod">
          <ac:chgData name="Jacques Delort" userId="338bbbaa6367577a" providerId="LiveId" clId="{29EEF4E2-F752-45CC-A7DF-F1AD94B64117}" dt="2026-01-27T15:56:38.104" v="1205" actId="1076"/>
          <ac:picMkLst>
            <pc:docMk/>
            <pc:sldMk cId="1762768852" sldId="263"/>
            <ac:picMk id="5" creationId="{26F56725-23F6-6121-8B65-977801B19326}"/>
          </ac:picMkLst>
        </pc:picChg>
      </pc:sldChg>
    </pc:docChg>
  </pc:docChgLst>
  <pc:docChgLst>
    <pc:chgData name="Jacques Delort" userId="338bbbaa6367577a" providerId="LiveId" clId="{7E1C5C86-B4BD-43D0-B1C7-FDA1768F286B}"/>
    <pc:docChg chg="undo custSel addSld delSld modSld">
      <pc:chgData name="Jacques Delort" userId="338bbbaa6367577a" providerId="LiveId" clId="{7E1C5C86-B4BD-43D0-B1C7-FDA1768F286B}" dt="2026-01-07T23:09:14.148" v="1975" actId="1076"/>
      <pc:docMkLst>
        <pc:docMk/>
      </pc:docMkLst>
      <pc:sldChg chg="addSp delSp modSp new mod">
        <pc:chgData name="Jacques Delort" userId="338bbbaa6367577a" providerId="LiveId" clId="{7E1C5C86-B4BD-43D0-B1C7-FDA1768F286B}" dt="2026-01-06T22:17:52.036" v="1905" actId="1038"/>
        <pc:sldMkLst>
          <pc:docMk/>
          <pc:sldMk cId="227509967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9390D-BA15-4854-A94A-D395AF55CE1E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2D658-3FD8-4FCB-9103-366F78A913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83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9965A-DB1A-B675-FB5F-6EB88F82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F75117-BA29-46C6-1943-555DF1321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BD0C40-6AAD-5AA8-19D6-EF9C9FC8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0C73A3-279A-DD4F-B08A-9A6400E6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2F5385-3972-EB80-9284-3F14DFAD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41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1BACE-575F-12ED-327B-CF676C32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8724F-EE5E-5707-D404-A2C0A7A6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79F39C-ABCF-342B-A643-204ACE29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32DDEB-10B2-926A-DE52-5AE9C49CB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986A97-A138-D2D9-1E38-EC97422D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00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5352A-44E8-A979-45C9-A62441B7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AD2BC8-228A-398D-D869-8B45872B7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DFAB02-AD54-9311-7045-1397B843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7B9DE-AE69-0DD3-38C9-04AD4A5A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61E015-4F5D-0A76-5B5D-7186FE6A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30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167FA-6CA8-01EC-BCEC-C241EBF8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84A07E-70EC-5567-F66A-DA115DBBC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6CE7EF-F04D-C70F-0B18-190FCAEB2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09620D-E4DB-2730-1FEE-80E08C8B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6F4800-4AD5-4215-DA2C-5A112883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C8BF8F-9027-7631-359F-0DA4DAB4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474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69412-F2BB-F195-BD81-E2D90B26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8E010B-CA07-4AD8-7B19-C5C36026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D8D555-BDAA-F4EE-59F6-934C9C215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E99D97-1C8A-C3AA-65F9-A68806FD9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639E28-8FDA-0F4E-F13E-8B14A3D77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18C7000-1C13-6881-8A9B-F7922C7E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BF5D1A-38D6-B70F-26E6-598EAF81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84E79F-5E6F-5818-86BA-0688C662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068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F4A55-FAD0-E5CE-9FB1-A89193D6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712894-E76D-18FD-0874-C5D175E0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68E6A55-1A81-189B-444B-ECCD1752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77C709-CAA3-0989-DDEA-AD9D36EB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30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7E3A63-5CF2-97A1-D822-6CD4D132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E4E072-18B3-1BE5-38A7-F107F115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6A78CD-1921-0E2F-C527-A505FFB9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97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859BC-F6D7-25CA-9D76-726567B3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1CE35-B4B9-D799-8560-DF202DD2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649E11-88E1-6737-736D-646203C94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D7CCFA-B4D9-314E-71FC-128D72F9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F5932F-F726-38E5-4C32-B0035F82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A304DC-EC06-6FE0-861D-81458D70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03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9978AA-3F01-4A4F-C607-4A177CBF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05C8D71-3DA7-2185-64C2-88FECD308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8A843B-0CF9-FD5F-D832-B50628375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EA8D52-6035-BC90-9497-CCA6F0C2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78B49B-41ED-0FAD-22FF-6D7EF820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D8FD74-C804-ED66-F502-05F27DCC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23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9433-2071-F306-8D28-E1C72E3E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B5E3B2-5482-8E97-4C00-087AB6061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CBA2F8-8C55-B3F2-C32B-F11AA47C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BBD64A-FBB9-F4B6-E005-F411767D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7FE505-4ADF-DA2B-4D80-1796B30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06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BC3991-2CED-581F-F1DC-83AE8F12A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17B78D-E23A-27CB-E31C-21ADEE28E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674C26-9E7B-CB48-D531-AE3EF128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370A95-DF50-BDF4-B2A5-FF734BD5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FF16A5-E696-B5CF-1B31-42CC170F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1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81F027-C825-9100-B804-E0D44CA7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CD769-DCE5-FCB9-7FD6-AFA9826D6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54129C-1E70-FB00-AB94-1D2A38CAE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50141-B768-425C-843E-8DAC1F4383FF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03C691-C99F-AF3C-9F34-5737ED395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D3E1E-04D7-2D86-0A54-F367F5409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1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673774B8-AE6C-F89D-E3B7-5CF706E3E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705"/>
            <a:ext cx="12192000" cy="63205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3483596-61FF-6A8C-CA85-A83542F2BC32}"/>
              </a:ext>
            </a:extLst>
          </p:cNvPr>
          <p:cNvSpPr txBox="1"/>
          <p:nvPr/>
        </p:nvSpPr>
        <p:spPr>
          <a:xfrm>
            <a:off x="3982064" y="45522"/>
            <a:ext cx="446321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La gestion des paramètres de configuration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56C7FD-CDDF-72ED-4EC4-CF1B2A40CB24}"/>
              </a:ext>
            </a:extLst>
          </p:cNvPr>
          <p:cNvSpPr txBox="1"/>
          <p:nvPr/>
        </p:nvSpPr>
        <p:spPr>
          <a:xfrm>
            <a:off x="9255205" y="4699818"/>
            <a:ext cx="2517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Scenarios pour le pilotage automatique des missions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DD625A3-C5B4-3C81-7E81-96CC69F9F222}"/>
              </a:ext>
            </a:extLst>
          </p:cNvPr>
          <p:cNvCxnSpPr>
            <a:cxnSpLocks/>
          </p:cNvCxnSpPr>
          <p:nvPr/>
        </p:nvCxnSpPr>
        <p:spPr>
          <a:xfrm flipV="1">
            <a:off x="10363200" y="4218039"/>
            <a:ext cx="0" cy="481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AD41E75-9663-316B-B434-B385B7AF9075}"/>
              </a:ext>
            </a:extLst>
          </p:cNvPr>
          <p:cNvSpPr txBox="1"/>
          <p:nvPr/>
        </p:nvSpPr>
        <p:spPr>
          <a:xfrm>
            <a:off x="538908" y="5744416"/>
            <a:ext cx="3158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Il faut saisir des paramètres physiques réalistes, notamment mes caractéristiques du ROV et du câble.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02E005-59EA-30F8-59E5-54665FF67869}"/>
              </a:ext>
            </a:extLst>
          </p:cNvPr>
          <p:cNvSpPr txBox="1"/>
          <p:nvPr/>
        </p:nvSpPr>
        <p:spPr>
          <a:xfrm>
            <a:off x="4761863" y="4699818"/>
            <a:ext cx="286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La partie la plus technique du projet. Méthodes de résolution numérique, réglages, stabilité du modèle sensibilité aux conditions initiales, …. </a:t>
            </a:r>
          </a:p>
        </p:txBody>
      </p:sp>
    </p:spTree>
    <p:extLst>
      <p:ext uri="{BB962C8B-B14F-4D97-AF65-F5344CB8AC3E}">
        <p14:creationId xmlns:p14="http://schemas.microsoft.com/office/powerpoint/2010/main" val="55901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77D28C-D604-28F4-6E2C-5880C9E2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C551D-97E0-9695-E047-819BF8FC1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diagramme, logiciel&#10;&#10;Le contenu généré par l’IA peut être incorrect.">
            <a:extLst>
              <a:ext uri="{FF2B5EF4-FFF2-40B4-BE49-F238E27FC236}">
                <a16:creationId xmlns:a16="http://schemas.microsoft.com/office/drawing/2014/main" id="{26F56725-23F6-6121-8B65-977801B1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553"/>
            <a:ext cx="12192000" cy="63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6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C04FF-CBFF-6120-DF01-DE9BDBCF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C7718-D90A-AF7F-74F2-22E17968E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logiciel, diagramme&#10;&#10;Le contenu généré par l’IA peut être incorrect.">
            <a:extLst>
              <a:ext uri="{FF2B5EF4-FFF2-40B4-BE49-F238E27FC236}">
                <a16:creationId xmlns:a16="http://schemas.microsoft.com/office/drawing/2014/main" id="{75592FD0-D24B-25F4-977E-1C8ECB98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946"/>
            <a:ext cx="12192000" cy="63741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21F6FE3-9AB8-EA80-4A97-694A1613F1DF}"/>
              </a:ext>
            </a:extLst>
          </p:cNvPr>
          <p:cNvSpPr txBox="1"/>
          <p:nvPr/>
        </p:nvSpPr>
        <p:spPr>
          <a:xfrm>
            <a:off x="3982064" y="45522"/>
            <a:ext cx="387074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Le pilotage et le suivi de la simulation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0DE505-FA5A-0294-4A97-33A8541BFB1E}"/>
              </a:ext>
            </a:extLst>
          </p:cNvPr>
          <p:cNvSpPr txBox="1"/>
          <p:nvPr/>
        </p:nvSpPr>
        <p:spPr>
          <a:xfrm>
            <a:off x="176982" y="4361081"/>
            <a:ext cx="30971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En noir les valeurs saisies manuellement en cours de mission</a:t>
            </a:r>
          </a:p>
          <a:p>
            <a:r>
              <a:rPr lang="fr-FR" sz="1400" dirty="0">
                <a:solidFill>
                  <a:srgbClr val="FF0000"/>
                </a:solidFill>
              </a:rPr>
              <a:t>En bleu les valeurs issues des scénarios qd ils existent</a:t>
            </a:r>
          </a:p>
          <a:p>
            <a:r>
              <a:rPr lang="fr-FR" sz="1400" dirty="0">
                <a:solidFill>
                  <a:srgbClr val="FF0000"/>
                </a:solidFill>
              </a:rPr>
              <a:t>En rouge la consigne de pilotage automatique du moulinet. C’est le cœur du projet et la partie la plus empirique…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B8BD462-3B40-26DF-AB61-54C10A693847}"/>
              </a:ext>
            </a:extLst>
          </p:cNvPr>
          <p:cNvCxnSpPr/>
          <p:nvPr/>
        </p:nvCxnSpPr>
        <p:spPr>
          <a:xfrm flipH="1" flipV="1">
            <a:off x="1809135" y="1825625"/>
            <a:ext cx="580104" cy="25104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11B30E3-C319-C8A9-C2C1-DCF4269390DA}"/>
              </a:ext>
            </a:extLst>
          </p:cNvPr>
          <p:cNvSpPr txBox="1"/>
          <p:nvPr/>
        </p:nvSpPr>
        <p:spPr>
          <a:xfrm>
            <a:off x="4168876" y="2815705"/>
            <a:ext cx="4273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Câble pas tendu, profil de type quasi-chainette.</a:t>
            </a:r>
          </a:p>
        </p:txBody>
      </p:sp>
    </p:spTree>
    <p:extLst>
      <p:ext uri="{BB962C8B-B14F-4D97-AF65-F5344CB8AC3E}">
        <p14:creationId xmlns:p14="http://schemas.microsoft.com/office/powerpoint/2010/main" val="64814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 descr="Une image contenant texte, capture d’écran, logiciel, diagramme&#10;&#10;Le contenu généré par l’IA peut être incorrect.">
            <a:extLst>
              <a:ext uri="{FF2B5EF4-FFF2-40B4-BE49-F238E27FC236}">
                <a16:creationId xmlns:a16="http://schemas.microsoft.com/office/drawing/2014/main" id="{44E3B92F-85D4-737E-C9BF-79453428A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251263"/>
            <a:ext cx="12192000" cy="635547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04B9678-E7B3-4C8D-EF07-B15C0C7945D7}"/>
              </a:ext>
            </a:extLst>
          </p:cNvPr>
          <p:cNvSpPr txBox="1"/>
          <p:nvPr/>
        </p:nvSpPr>
        <p:spPr>
          <a:xfrm>
            <a:off x="4168876" y="2815705"/>
            <a:ext cx="4273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Câble tendu.</a:t>
            </a:r>
          </a:p>
        </p:txBody>
      </p:sp>
    </p:spTree>
    <p:extLst>
      <p:ext uri="{BB962C8B-B14F-4D97-AF65-F5344CB8AC3E}">
        <p14:creationId xmlns:p14="http://schemas.microsoft.com/office/powerpoint/2010/main" val="227509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1A8106-854F-4E16-2947-8BC65921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1D74B7-F128-8611-0A51-45AABD993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logiciel, diagramme&#10;&#10;Le contenu généré par l’IA peut être incorrect.">
            <a:extLst>
              <a:ext uri="{FF2B5EF4-FFF2-40B4-BE49-F238E27FC236}">
                <a16:creationId xmlns:a16="http://schemas.microsoft.com/office/drawing/2014/main" id="{27B4675B-3E7F-3DAB-45F4-C557C98A7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43" y="0"/>
            <a:ext cx="10753714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3148C8D-6ECB-18D9-177B-F25D048D0FF6}"/>
              </a:ext>
            </a:extLst>
          </p:cNvPr>
          <p:cNvSpPr txBox="1"/>
          <p:nvPr/>
        </p:nvSpPr>
        <p:spPr>
          <a:xfrm>
            <a:off x="4355690" y="4109883"/>
            <a:ext cx="4277033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Visualisation des  commandes de débobinage/rembobinage automatique du moulinet.</a:t>
            </a:r>
            <a:br>
              <a:rPr lang="fr-FR" sz="1400" dirty="0">
                <a:solidFill>
                  <a:srgbClr val="FF0000"/>
                </a:solidFill>
              </a:rPr>
            </a:br>
            <a:r>
              <a:rPr lang="fr-FR" sz="1400" dirty="0">
                <a:solidFill>
                  <a:srgbClr val="FF0000"/>
                </a:solidFill>
              </a:rPr>
              <a:t>Le cœur du projet. Il y a encore du boulot …</a:t>
            </a:r>
          </a:p>
        </p:txBody>
      </p:sp>
    </p:spTree>
    <p:extLst>
      <p:ext uri="{BB962C8B-B14F-4D97-AF65-F5344CB8AC3E}">
        <p14:creationId xmlns:p14="http://schemas.microsoft.com/office/powerpoint/2010/main" val="262842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140</Words>
  <Application>Microsoft Office PowerPoint</Application>
  <PresentationFormat>Grand écran</PresentationFormat>
  <Paragraphs>11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7</cp:revision>
  <dcterms:created xsi:type="dcterms:W3CDTF">2026-01-06T20:45:36Z</dcterms:created>
  <dcterms:modified xsi:type="dcterms:W3CDTF">2026-01-27T15:57:26Z</dcterms:modified>
</cp:coreProperties>
</file>